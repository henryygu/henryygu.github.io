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8"/>
  </p:sldMasterIdLst>
  <p:notesMasterIdLst>
    <p:notesMasterId r:id="rId33"/>
  </p:notesMasterIdLst>
  <p:handoutMasterIdLst>
    <p:handoutMasterId r:id="rId34"/>
  </p:handoutMasterIdLst>
  <p:sldIdLst>
    <p:sldId id="265" r:id="rId19"/>
    <p:sldId id="273" r:id="rId20"/>
    <p:sldId id="274" r:id="rId21"/>
    <p:sldId id="275" r:id="rId22"/>
    <p:sldId id="276" r:id="rId23"/>
    <p:sldId id="277" r:id="rId24"/>
    <p:sldId id="278" r:id="rId25"/>
    <p:sldId id="279" r:id="rId26"/>
    <p:sldId id="280" r:id="rId27"/>
    <p:sldId id="281" r:id="rId28"/>
    <p:sldId id="282" r:id="rId29"/>
    <p:sldId id="283" r:id="rId30"/>
    <p:sldId id="260" r:id="rId31"/>
    <p:sldId id="266" r:id="rId32"/>
  </p:sldIdLst>
  <p:sldSz cx="9144000" cy="5143500" type="screen16x9"/>
  <p:notesSz cx="6797675" cy="985678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6C807DBC-8C92-7C42-84D5-1C59FCFB9E44}">
          <p14:sldIdLst>
            <p14:sldId id="265"/>
            <p14:sldId id="273"/>
            <p14:sldId id="274"/>
            <p14:sldId id="275"/>
            <p14:sldId id="276"/>
            <p14:sldId id="277"/>
            <p14:sldId id="278"/>
            <p14:sldId id="279"/>
            <p14:sldId id="280"/>
            <p14:sldId id="281"/>
            <p14:sldId id="282"/>
            <p14:sldId id="283"/>
          </p14:sldIdLst>
        </p14:section>
        <p14:section name="Extra slide elements" id="{66EC97C3-BC0F-9648-AAE8-BA458CD38442}">
          <p14:sldIdLst>
            <p14:sldId id="260"/>
            <p14:sldId id="266"/>
          </p14:sldIdLst>
        </p14:section>
      </p14:sectionLst>
    </p:ext>
    <p:ext uri="{EFAFB233-063F-42B5-8137-9DF3F51BA10A}">
      <p15:sldGuideLst xmlns:p15="http://schemas.microsoft.com/office/powerpoint/2012/main">
        <p15:guide id="1" orient="horz" pos="903" userDrawn="1">
          <p15:clr>
            <a:srgbClr val="A4A3A4"/>
          </p15:clr>
        </p15:guide>
        <p15:guide id="2" pos="3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74" autoAdjust="0"/>
    <p:restoredTop sz="86369" autoAdjust="0"/>
  </p:normalViewPr>
  <p:slideViewPr>
    <p:cSldViewPr snapToGrid="0" snapToObjects="1">
      <p:cViewPr varScale="1">
        <p:scale>
          <a:sx n="125" d="100"/>
          <a:sy n="125" d="100"/>
        </p:scale>
        <p:origin x="1644" y="102"/>
      </p:cViewPr>
      <p:guideLst>
        <p:guide orient="horz" pos="903"/>
        <p:guide pos="336"/>
      </p:guideLst>
    </p:cSldViewPr>
  </p:slideViewPr>
  <p:outlineViewPr>
    <p:cViewPr>
      <p:scale>
        <a:sx n="33" d="100"/>
        <a:sy n="33" d="100"/>
      </p:scale>
      <p:origin x="0" y="-3474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slideMaster" Target="slideMasters/slideMaster1.xml"/><Relationship Id="rId26" Type="http://schemas.openxmlformats.org/officeDocument/2006/relationships/slide" Target="slides/slide8.xml"/><Relationship Id="rId39"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slide" Target="slides/slide3.xml"/><Relationship Id="rId34" Type="http://schemas.openxmlformats.org/officeDocument/2006/relationships/handoutMaster" Target="handoutMasters/handoutMaster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7.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slide" Target="slides/slide2.xml"/><Relationship Id="rId29" Type="http://schemas.openxmlformats.org/officeDocument/2006/relationships/slide" Target="slides/slide1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viewProps" Target="viewProps.xml"/><Relationship Id="rId10" Type="http://schemas.openxmlformats.org/officeDocument/2006/relationships/customXml" Target="../customXml/item10.xml"/><Relationship Id="rId19" Type="http://schemas.openxmlformats.org/officeDocument/2006/relationships/slide" Target="slides/slide1.xml"/><Relationship Id="rId31"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F88FD5-D7BC-42BB-B560-0924DBED719D}" type="doc">
      <dgm:prSet loTypeId="urn:microsoft.com/office/officeart/2008/layout/LinedList" loCatId="list" qsTypeId="urn:microsoft.com/office/officeart/2005/8/quickstyle/simple1" qsCatId="simple" csTypeId="urn:microsoft.com/office/officeart/2005/8/colors/accent2_4" csCatId="accent2" phldr="1"/>
      <dgm:spPr/>
      <dgm:t>
        <a:bodyPr/>
        <a:lstStyle/>
        <a:p>
          <a:endParaRPr lang="en-US"/>
        </a:p>
      </dgm:t>
    </dgm:pt>
    <dgm:pt modelId="{393BCFAF-6026-4A4C-B8E4-9E25228F46CE}">
      <dgm:prSet/>
      <dgm:spPr/>
      <dgm:t>
        <a:bodyPr/>
        <a:lstStyle/>
        <a:p>
          <a:r>
            <a:rPr lang="en-GB" dirty="0"/>
            <a:t>In 2008, Professor John </a:t>
          </a:r>
          <a:r>
            <a:rPr lang="en-GB" dirty="0" err="1"/>
            <a:t>Øvretveit</a:t>
          </a:r>
          <a:r>
            <a:rPr lang="en-GB" dirty="0"/>
            <a:t> healthcare management how leadership was linked to healthcare improvement</a:t>
          </a:r>
          <a:endParaRPr lang="en-US" dirty="0"/>
        </a:p>
      </dgm:t>
    </dgm:pt>
    <dgm:pt modelId="{164A7440-AB56-44A9-B062-7180AD1D6D00}" type="parTrans" cxnId="{DDD201E6-52DF-4482-BEB3-3334D058F093}">
      <dgm:prSet/>
      <dgm:spPr/>
      <dgm:t>
        <a:bodyPr/>
        <a:lstStyle/>
        <a:p>
          <a:endParaRPr lang="en-US" sz="1800"/>
        </a:p>
      </dgm:t>
    </dgm:pt>
    <dgm:pt modelId="{1065447E-3984-464E-8B37-906F893AFCB1}" type="sibTrans" cxnId="{DDD201E6-52DF-4482-BEB3-3334D058F093}">
      <dgm:prSet phldrT="01"/>
      <dgm:spPr/>
    </dgm:pt>
    <dgm:pt modelId="{A3DD1D34-AB52-4274-BB23-AF6FDCA25BF6}">
      <dgm:prSet/>
      <dgm:spPr/>
      <dgm:t>
        <a:bodyPr/>
        <a:lstStyle/>
        <a:p>
          <a:r>
            <a:rPr lang="en-GB"/>
            <a:t>"No studies have rigorously tested the importance of leadership to improvement in healthcare“</a:t>
          </a:r>
          <a:endParaRPr lang="en-US"/>
        </a:p>
      </dgm:t>
    </dgm:pt>
    <dgm:pt modelId="{7FB7F06F-5432-4D58-B8A2-8C4C7AB2F8E7}" type="parTrans" cxnId="{3DEAC41A-7932-4C43-9A1D-67743DFF1333}">
      <dgm:prSet/>
      <dgm:spPr/>
      <dgm:t>
        <a:bodyPr/>
        <a:lstStyle/>
        <a:p>
          <a:endParaRPr lang="en-US" sz="1800"/>
        </a:p>
      </dgm:t>
    </dgm:pt>
    <dgm:pt modelId="{17DE369F-4B13-45FC-9F7C-CDEAE523C5FB}" type="sibTrans" cxnId="{3DEAC41A-7932-4C43-9A1D-67743DFF1333}">
      <dgm:prSet phldrT="02"/>
      <dgm:spPr/>
    </dgm:pt>
    <dgm:pt modelId="{78BCBE3F-1B0A-4952-B483-A0EC86B42848}">
      <dgm:prSet/>
      <dgm:spPr/>
      <dgm:t>
        <a:bodyPr/>
        <a:lstStyle/>
        <a:p>
          <a:r>
            <a:rPr lang="en-GB"/>
            <a:t>“It is a long causal link from a leader's actions to outcomes“</a:t>
          </a:r>
          <a:endParaRPr lang="en-US"/>
        </a:p>
      </dgm:t>
    </dgm:pt>
    <dgm:pt modelId="{D5DE1608-26D5-401A-ACAA-6855B8361AC4}" type="parTrans" cxnId="{23DD3E50-D9F8-40B1-945B-87043B9FD88A}">
      <dgm:prSet/>
      <dgm:spPr/>
      <dgm:t>
        <a:bodyPr/>
        <a:lstStyle/>
        <a:p>
          <a:endParaRPr lang="en-US" sz="1800"/>
        </a:p>
      </dgm:t>
    </dgm:pt>
    <dgm:pt modelId="{D2BF7BFE-0829-446C-9E0C-A3E1530B7C8D}" type="sibTrans" cxnId="{23DD3E50-D9F8-40B1-945B-87043B9FD88A}">
      <dgm:prSet phldrT="03"/>
      <dgm:spPr/>
    </dgm:pt>
    <dgm:pt modelId="{ED0E1E4E-9C24-496F-AF9D-AA64CDCD4EFC}">
      <dgm:prSet/>
      <dgm:spPr/>
      <dgm:t>
        <a:bodyPr/>
        <a:lstStyle/>
        <a:p>
          <a:r>
            <a:rPr lang="en-GB" dirty="0"/>
            <a:t>The actions and behaviours of leaders were very difficult to directly attribute to the quality or improvement of care.</a:t>
          </a:r>
          <a:endParaRPr lang="en-US" dirty="0"/>
        </a:p>
      </dgm:t>
    </dgm:pt>
    <dgm:pt modelId="{04899F6C-AE3F-4824-8351-1294236571CE}" type="parTrans" cxnId="{E534CD84-88D9-479C-A8AE-5D600229D3FC}">
      <dgm:prSet/>
      <dgm:spPr/>
      <dgm:t>
        <a:bodyPr/>
        <a:lstStyle/>
        <a:p>
          <a:endParaRPr lang="en-US" sz="1800"/>
        </a:p>
      </dgm:t>
    </dgm:pt>
    <dgm:pt modelId="{A3082211-0A94-468A-9360-30BD5BCE62CE}" type="sibTrans" cxnId="{E534CD84-88D9-479C-A8AE-5D600229D3FC}">
      <dgm:prSet phldrT="04"/>
      <dgm:spPr/>
    </dgm:pt>
    <dgm:pt modelId="{279502FB-6E29-412D-89A2-854BC7B26F2C}" type="pres">
      <dgm:prSet presAssocID="{D2F88FD5-D7BC-42BB-B560-0924DBED719D}" presName="vert0" presStyleCnt="0">
        <dgm:presLayoutVars>
          <dgm:dir/>
          <dgm:animOne val="branch"/>
          <dgm:animLvl val="lvl"/>
        </dgm:presLayoutVars>
      </dgm:prSet>
      <dgm:spPr/>
    </dgm:pt>
    <dgm:pt modelId="{09E93E3C-A6EB-4DA2-AA09-C9B377372711}" type="pres">
      <dgm:prSet presAssocID="{393BCFAF-6026-4A4C-B8E4-9E25228F46CE}" presName="thickLine" presStyleLbl="alignNode1" presStyleIdx="0" presStyleCnt="4"/>
      <dgm:spPr/>
    </dgm:pt>
    <dgm:pt modelId="{CDA889DA-9364-4419-BABB-FB8A6F0B0DDB}" type="pres">
      <dgm:prSet presAssocID="{393BCFAF-6026-4A4C-B8E4-9E25228F46CE}" presName="horz1" presStyleCnt="0"/>
      <dgm:spPr/>
    </dgm:pt>
    <dgm:pt modelId="{9FEF1B5D-FF19-43FC-837C-011E86079A0A}" type="pres">
      <dgm:prSet presAssocID="{393BCFAF-6026-4A4C-B8E4-9E25228F46CE}" presName="tx1" presStyleLbl="revTx" presStyleIdx="0" presStyleCnt="4"/>
      <dgm:spPr/>
    </dgm:pt>
    <dgm:pt modelId="{2FF0FE98-9474-498F-AD3D-96638F8C9267}" type="pres">
      <dgm:prSet presAssocID="{393BCFAF-6026-4A4C-B8E4-9E25228F46CE}" presName="vert1" presStyleCnt="0"/>
      <dgm:spPr/>
    </dgm:pt>
    <dgm:pt modelId="{1EF49F6B-9070-40C4-BB5B-1A2373CCD424}" type="pres">
      <dgm:prSet presAssocID="{A3DD1D34-AB52-4274-BB23-AF6FDCA25BF6}" presName="thickLine" presStyleLbl="alignNode1" presStyleIdx="1" presStyleCnt="4"/>
      <dgm:spPr/>
    </dgm:pt>
    <dgm:pt modelId="{C3577519-70F5-4311-999C-3E16086DE18C}" type="pres">
      <dgm:prSet presAssocID="{A3DD1D34-AB52-4274-BB23-AF6FDCA25BF6}" presName="horz1" presStyleCnt="0"/>
      <dgm:spPr/>
    </dgm:pt>
    <dgm:pt modelId="{F2B9C271-F476-407C-83A3-27438E72924C}" type="pres">
      <dgm:prSet presAssocID="{A3DD1D34-AB52-4274-BB23-AF6FDCA25BF6}" presName="tx1" presStyleLbl="revTx" presStyleIdx="1" presStyleCnt="4"/>
      <dgm:spPr/>
    </dgm:pt>
    <dgm:pt modelId="{FA4B4301-4D2C-4AC0-8D6F-FA292AA568DE}" type="pres">
      <dgm:prSet presAssocID="{A3DD1D34-AB52-4274-BB23-AF6FDCA25BF6}" presName="vert1" presStyleCnt="0"/>
      <dgm:spPr/>
    </dgm:pt>
    <dgm:pt modelId="{F19CCF2B-0927-4E59-8BCB-DB0CAA723801}" type="pres">
      <dgm:prSet presAssocID="{78BCBE3F-1B0A-4952-B483-A0EC86B42848}" presName="thickLine" presStyleLbl="alignNode1" presStyleIdx="2" presStyleCnt="4"/>
      <dgm:spPr/>
    </dgm:pt>
    <dgm:pt modelId="{074328EA-3A80-4671-886B-763AE1769C6C}" type="pres">
      <dgm:prSet presAssocID="{78BCBE3F-1B0A-4952-B483-A0EC86B42848}" presName="horz1" presStyleCnt="0"/>
      <dgm:spPr/>
    </dgm:pt>
    <dgm:pt modelId="{92596F02-FC4C-4EB1-AC14-9000C2983075}" type="pres">
      <dgm:prSet presAssocID="{78BCBE3F-1B0A-4952-B483-A0EC86B42848}" presName="tx1" presStyleLbl="revTx" presStyleIdx="2" presStyleCnt="4"/>
      <dgm:spPr/>
    </dgm:pt>
    <dgm:pt modelId="{41233A5F-AC42-43A4-A1C9-EF3FD613D8A6}" type="pres">
      <dgm:prSet presAssocID="{78BCBE3F-1B0A-4952-B483-A0EC86B42848}" presName="vert1" presStyleCnt="0"/>
      <dgm:spPr/>
    </dgm:pt>
    <dgm:pt modelId="{E70918CE-CFBD-4FBA-BB93-6E8231E5AD31}" type="pres">
      <dgm:prSet presAssocID="{ED0E1E4E-9C24-496F-AF9D-AA64CDCD4EFC}" presName="thickLine" presStyleLbl="alignNode1" presStyleIdx="3" presStyleCnt="4"/>
      <dgm:spPr/>
    </dgm:pt>
    <dgm:pt modelId="{2EEFB1CF-B5BB-445A-96A8-57550AC26AA7}" type="pres">
      <dgm:prSet presAssocID="{ED0E1E4E-9C24-496F-AF9D-AA64CDCD4EFC}" presName="horz1" presStyleCnt="0"/>
      <dgm:spPr/>
    </dgm:pt>
    <dgm:pt modelId="{EEA43D5D-502F-44DD-A222-1DD612DA83F3}" type="pres">
      <dgm:prSet presAssocID="{ED0E1E4E-9C24-496F-AF9D-AA64CDCD4EFC}" presName="tx1" presStyleLbl="revTx" presStyleIdx="3" presStyleCnt="4"/>
      <dgm:spPr/>
    </dgm:pt>
    <dgm:pt modelId="{964F6C5A-BD8E-40F9-9498-7F8B86E164D1}" type="pres">
      <dgm:prSet presAssocID="{ED0E1E4E-9C24-496F-AF9D-AA64CDCD4EFC}" presName="vert1" presStyleCnt="0"/>
      <dgm:spPr/>
    </dgm:pt>
  </dgm:ptLst>
  <dgm:cxnLst>
    <dgm:cxn modelId="{3DEAC41A-7932-4C43-9A1D-67743DFF1333}" srcId="{D2F88FD5-D7BC-42BB-B560-0924DBED719D}" destId="{A3DD1D34-AB52-4274-BB23-AF6FDCA25BF6}" srcOrd="1" destOrd="0" parTransId="{7FB7F06F-5432-4D58-B8A2-8C4C7AB2F8E7}" sibTransId="{17DE369F-4B13-45FC-9F7C-CDEAE523C5FB}"/>
    <dgm:cxn modelId="{7764F032-84C4-4B76-8A09-868C551CBC2B}" type="presOf" srcId="{A3DD1D34-AB52-4274-BB23-AF6FDCA25BF6}" destId="{F2B9C271-F476-407C-83A3-27438E72924C}" srcOrd="0" destOrd="0" presId="urn:microsoft.com/office/officeart/2008/layout/LinedList"/>
    <dgm:cxn modelId="{E3026D4D-59F2-4DB3-B1B9-54B6C5C3E8EB}" type="presOf" srcId="{78BCBE3F-1B0A-4952-B483-A0EC86B42848}" destId="{92596F02-FC4C-4EB1-AC14-9000C2983075}" srcOrd="0" destOrd="0" presId="urn:microsoft.com/office/officeart/2008/layout/LinedList"/>
    <dgm:cxn modelId="{23DD3E50-D9F8-40B1-945B-87043B9FD88A}" srcId="{D2F88FD5-D7BC-42BB-B560-0924DBED719D}" destId="{78BCBE3F-1B0A-4952-B483-A0EC86B42848}" srcOrd="2" destOrd="0" parTransId="{D5DE1608-26D5-401A-ACAA-6855B8361AC4}" sibTransId="{D2BF7BFE-0829-446C-9E0C-A3E1530B7C8D}"/>
    <dgm:cxn modelId="{E534CD84-88D9-479C-A8AE-5D600229D3FC}" srcId="{D2F88FD5-D7BC-42BB-B560-0924DBED719D}" destId="{ED0E1E4E-9C24-496F-AF9D-AA64CDCD4EFC}" srcOrd="3" destOrd="0" parTransId="{04899F6C-AE3F-4824-8351-1294236571CE}" sibTransId="{A3082211-0A94-468A-9360-30BD5BCE62CE}"/>
    <dgm:cxn modelId="{0E890490-7C5F-4544-BF76-E38A82735ADE}" type="presOf" srcId="{ED0E1E4E-9C24-496F-AF9D-AA64CDCD4EFC}" destId="{EEA43D5D-502F-44DD-A222-1DD612DA83F3}" srcOrd="0" destOrd="0" presId="urn:microsoft.com/office/officeart/2008/layout/LinedList"/>
    <dgm:cxn modelId="{769223C2-1B83-4470-93E4-44FF7E73A7E2}" type="presOf" srcId="{393BCFAF-6026-4A4C-B8E4-9E25228F46CE}" destId="{9FEF1B5D-FF19-43FC-837C-011E86079A0A}" srcOrd="0" destOrd="0" presId="urn:microsoft.com/office/officeart/2008/layout/LinedList"/>
    <dgm:cxn modelId="{D769E6C2-8AFC-4641-A71D-4883B908C61C}" type="presOf" srcId="{D2F88FD5-D7BC-42BB-B560-0924DBED719D}" destId="{279502FB-6E29-412D-89A2-854BC7B26F2C}" srcOrd="0" destOrd="0" presId="urn:microsoft.com/office/officeart/2008/layout/LinedList"/>
    <dgm:cxn modelId="{DDD201E6-52DF-4482-BEB3-3334D058F093}" srcId="{D2F88FD5-D7BC-42BB-B560-0924DBED719D}" destId="{393BCFAF-6026-4A4C-B8E4-9E25228F46CE}" srcOrd="0" destOrd="0" parTransId="{164A7440-AB56-44A9-B062-7180AD1D6D00}" sibTransId="{1065447E-3984-464E-8B37-906F893AFCB1}"/>
    <dgm:cxn modelId="{0E672586-F174-4344-BCB6-9BAD45F0D8A0}" type="presParOf" srcId="{279502FB-6E29-412D-89A2-854BC7B26F2C}" destId="{09E93E3C-A6EB-4DA2-AA09-C9B377372711}" srcOrd="0" destOrd="0" presId="urn:microsoft.com/office/officeart/2008/layout/LinedList"/>
    <dgm:cxn modelId="{02D5AAB8-5532-4547-A970-99D50521AF9B}" type="presParOf" srcId="{279502FB-6E29-412D-89A2-854BC7B26F2C}" destId="{CDA889DA-9364-4419-BABB-FB8A6F0B0DDB}" srcOrd="1" destOrd="0" presId="urn:microsoft.com/office/officeart/2008/layout/LinedList"/>
    <dgm:cxn modelId="{5527EB4A-162E-4737-A166-EFEB28E6C986}" type="presParOf" srcId="{CDA889DA-9364-4419-BABB-FB8A6F0B0DDB}" destId="{9FEF1B5D-FF19-43FC-837C-011E86079A0A}" srcOrd="0" destOrd="0" presId="urn:microsoft.com/office/officeart/2008/layout/LinedList"/>
    <dgm:cxn modelId="{F0C9ABC2-4550-4319-AD76-7F6E55F02F3B}" type="presParOf" srcId="{CDA889DA-9364-4419-BABB-FB8A6F0B0DDB}" destId="{2FF0FE98-9474-498F-AD3D-96638F8C9267}" srcOrd="1" destOrd="0" presId="urn:microsoft.com/office/officeart/2008/layout/LinedList"/>
    <dgm:cxn modelId="{40B04AC1-DC5E-44DF-9D78-FBBB92AE7FE9}" type="presParOf" srcId="{279502FB-6E29-412D-89A2-854BC7B26F2C}" destId="{1EF49F6B-9070-40C4-BB5B-1A2373CCD424}" srcOrd="2" destOrd="0" presId="urn:microsoft.com/office/officeart/2008/layout/LinedList"/>
    <dgm:cxn modelId="{FF48E027-9DD4-48BC-82D5-BE4F0CE5E04B}" type="presParOf" srcId="{279502FB-6E29-412D-89A2-854BC7B26F2C}" destId="{C3577519-70F5-4311-999C-3E16086DE18C}" srcOrd="3" destOrd="0" presId="urn:microsoft.com/office/officeart/2008/layout/LinedList"/>
    <dgm:cxn modelId="{5245EB1C-1CB5-4D1A-AA93-40148CC5448E}" type="presParOf" srcId="{C3577519-70F5-4311-999C-3E16086DE18C}" destId="{F2B9C271-F476-407C-83A3-27438E72924C}" srcOrd="0" destOrd="0" presId="urn:microsoft.com/office/officeart/2008/layout/LinedList"/>
    <dgm:cxn modelId="{96C55EB9-E177-43D3-98B1-6240E59C1050}" type="presParOf" srcId="{C3577519-70F5-4311-999C-3E16086DE18C}" destId="{FA4B4301-4D2C-4AC0-8D6F-FA292AA568DE}" srcOrd="1" destOrd="0" presId="urn:microsoft.com/office/officeart/2008/layout/LinedList"/>
    <dgm:cxn modelId="{1222587A-6814-4997-9DEF-D12BBA08177F}" type="presParOf" srcId="{279502FB-6E29-412D-89A2-854BC7B26F2C}" destId="{F19CCF2B-0927-4E59-8BCB-DB0CAA723801}" srcOrd="4" destOrd="0" presId="urn:microsoft.com/office/officeart/2008/layout/LinedList"/>
    <dgm:cxn modelId="{67A2D663-5762-4910-906A-087EFE8E8B0D}" type="presParOf" srcId="{279502FB-6E29-412D-89A2-854BC7B26F2C}" destId="{074328EA-3A80-4671-886B-763AE1769C6C}" srcOrd="5" destOrd="0" presId="urn:microsoft.com/office/officeart/2008/layout/LinedList"/>
    <dgm:cxn modelId="{A26CABA2-8F72-4C00-B96D-D7558FB4BF60}" type="presParOf" srcId="{074328EA-3A80-4671-886B-763AE1769C6C}" destId="{92596F02-FC4C-4EB1-AC14-9000C2983075}" srcOrd="0" destOrd="0" presId="urn:microsoft.com/office/officeart/2008/layout/LinedList"/>
    <dgm:cxn modelId="{F94EA930-382A-4340-BEB1-934A77613CA6}" type="presParOf" srcId="{074328EA-3A80-4671-886B-763AE1769C6C}" destId="{41233A5F-AC42-43A4-A1C9-EF3FD613D8A6}" srcOrd="1" destOrd="0" presId="urn:microsoft.com/office/officeart/2008/layout/LinedList"/>
    <dgm:cxn modelId="{E9390213-6AD4-4C50-ADE7-E55136FAF889}" type="presParOf" srcId="{279502FB-6E29-412D-89A2-854BC7B26F2C}" destId="{E70918CE-CFBD-4FBA-BB93-6E8231E5AD31}" srcOrd="6" destOrd="0" presId="urn:microsoft.com/office/officeart/2008/layout/LinedList"/>
    <dgm:cxn modelId="{6E19849D-AC1B-4420-A8B8-141A286053BD}" type="presParOf" srcId="{279502FB-6E29-412D-89A2-854BC7B26F2C}" destId="{2EEFB1CF-B5BB-445A-96A8-57550AC26AA7}" srcOrd="7" destOrd="0" presId="urn:microsoft.com/office/officeart/2008/layout/LinedList"/>
    <dgm:cxn modelId="{E414FB11-5EA4-4EB2-89DF-DDEC576946B8}" type="presParOf" srcId="{2EEFB1CF-B5BB-445A-96A8-57550AC26AA7}" destId="{EEA43D5D-502F-44DD-A222-1DD612DA83F3}" srcOrd="0" destOrd="0" presId="urn:microsoft.com/office/officeart/2008/layout/LinedList"/>
    <dgm:cxn modelId="{C5C2452D-985F-4D27-92A1-869DA975EC3C}" type="presParOf" srcId="{2EEFB1CF-B5BB-445A-96A8-57550AC26AA7}" destId="{964F6C5A-BD8E-40F9-9498-7F8B86E164D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82A53B-43A3-4067-ADEA-3E3D7BB09CE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D66E07A5-47C5-490B-86DC-46D58F942E8E}">
      <dgm:prSet phldrT="[Text]"/>
      <dgm:spPr/>
      <dgm:t>
        <a:bodyPr/>
        <a:lstStyle/>
        <a:p>
          <a:r>
            <a:rPr lang="en-GB" dirty="0"/>
            <a:t>Influence up to 30% of a team's performance</a:t>
          </a:r>
          <a:endParaRPr lang="en-US" dirty="0"/>
        </a:p>
      </dgm:t>
    </dgm:pt>
    <dgm:pt modelId="{5E1423D2-9583-4BF8-9CCE-0593385A0434}" type="parTrans" cxnId="{2F69C707-062B-432B-8058-2513140FAF01}">
      <dgm:prSet/>
      <dgm:spPr/>
      <dgm:t>
        <a:bodyPr/>
        <a:lstStyle/>
        <a:p>
          <a:endParaRPr lang="en-US"/>
        </a:p>
      </dgm:t>
    </dgm:pt>
    <dgm:pt modelId="{047ACCBA-93FB-484B-ACAA-DE990FC8E165}" type="sibTrans" cxnId="{2F69C707-062B-432B-8058-2513140FAF01}">
      <dgm:prSet/>
      <dgm:spPr/>
      <dgm:t>
        <a:bodyPr/>
        <a:lstStyle/>
        <a:p>
          <a:endParaRPr lang="en-US"/>
        </a:p>
      </dgm:t>
    </dgm:pt>
    <dgm:pt modelId="{4380357E-6BF4-4291-815D-144D709EC655}">
      <dgm:prSet phldrT="[Text]"/>
      <dgm:spPr/>
      <dgm:t>
        <a:bodyPr/>
        <a:lstStyle/>
        <a:p>
          <a:r>
            <a:rPr lang="en-GB" b="0" i="0" u="none" dirty="0"/>
            <a:t>Directly affect team’s actions and outcomes and therefore patient safety</a:t>
          </a:r>
          <a:endParaRPr lang="en-US" dirty="0"/>
        </a:p>
      </dgm:t>
    </dgm:pt>
    <dgm:pt modelId="{0FCBCB47-0E6D-4FE6-8B10-9591D0CBB21C}" type="parTrans" cxnId="{AA420FEC-14B7-4391-93BC-26DB5E2FA07C}">
      <dgm:prSet/>
      <dgm:spPr/>
      <dgm:t>
        <a:bodyPr/>
        <a:lstStyle/>
        <a:p>
          <a:endParaRPr lang="en-US"/>
        </a:p>
      </dgm:t>
    </dgm:pt>
    <dgm:pt modelId="{48BEAE16-7588-4C4E-AEB4-F1FD2324F1B2}" type="sibTrans" cxnId="{AA420FEC-14B7-4391-93BC-26DB5E2FA07C}">
      <dgm:prSet/>
      <dgm:spPr/>
      <dgm:t>
        <a:bodyPr/>
        <a:lstStyle/>
        <a:p>
          <a:endParaRPr lang="en-US"/>
        </a:p>
      </dgm:t>
    </dgm:pt>
    <dgm:pt modelId="{49B931BA-200F-4466-9BAA-BB422753CD9B}">
      <dgm:prSet phldrT="[Text]"/>
      <dgm:spPr/>
      <dgm:t>
        <a:bodyPr/>
        <a:lstStyle/>
        <a:p>
          <a:r>
            <a:rPr lang="en-GB" dirty="0"/>
            <a:t>Create lower stress and higher quality patient care</a:t>
          </a:r>
          <a:endParaRPr lang="en-US" dirty="0"/>
        </a:p>
      </dgm:t>
    </dgm:pt>
    <dgm:pt modelId="{4ED9CAF8-29C2-4FE4-8E10-3D6C54B61179}" type="parTrans" cxnId="{04A53804-8EF7-4010-825D-9F7240EA5089}">
      <dgm:prSet/>
      <dgm:spPr/>
      <dgm:t>
        <a:bodyPr/>
        <a:lstStyle/>
        <a:p>
          <a:endParaRPr lang="en-US"/>
        </a:p>
      </dgm:t>
    </dgm:pt>
    <dgm:pt modelId="{AE4B4FCE-13DA-403D-8107-2747F57F4450}" type="sibTrans" cxnId="{04A53804-8EF7-4010-825D-9F7240EA5089}">
      <dgm:prSet/>
      <dgm:spPr/>
      <dgm:t>
        <a:bodyPr/>
        <a:lstStyle/>
        <a:p>
          <a:endParaRPr lang="en-US"/>
        </a:p>
      </dgm:t>
    </dgm:pt>
    <dgm:pt modelId="{A734BDBF-F1F4-4C57-8215-B40BD565A43F}">
      <dgm:prSet phldrT="[Text]"/>
      <dgm:spPr/>
      <dgm:t>
        <a:bodyPr/>
        <a:lstStyle/>
        <a:p>
          <a:r>
            <a:rPr lang="en-GB" dirty="0"/>
            <a:t>Impact on patient satisfaction with services</a:t>
          </a:r>
          <a:endParaRPr lang="en-US" dirty="0"/>
        </a:p>
      </dgm:t>
    </dgm:pt>
    <dgm:pt modelId="{D65929C0-55B7-4A4A-BAA6-81052AB4EA5A}" type="parTrans" cxnId="{C58CE9A0-482F-4983-9C9E-EF184CA6D958}">
      <dgm:prSet/>
      <dgm:spPr/>
      <dgm:t>
        <a:bodyPr/>
        <a:lstStyle/>
        <a:p>
          <a:endParaRPr lang="en-US"/>
        </a:p>
      </dgm:t>
    </dgm:pt>
    <dgm:pt modelId="{6784A1DD-6F0C-4FBB-AC77-F59D81E6C9CF}" type="sibTrans" cxnId="{C58CE9A0-482F-4983-9C9E-EF184CA6D958}">
      <dgm:prSet/>
      <dgm:spPr/>
      <dgm:t>
        <a:bodyPr/>
        <a:lstStyle/>
        <a:p>
          <a:endParaRPr lang="en-US"/>
        </a:p>
      </dgm:t>
    </dgm:pt>
    <dgm:pt modelId="{2A86729C-3105-4A15-B966-A5AAADC8F27C}">
      <dgm:prSet/>
      <dgm:spPr/>
      <dgm:t>
        <a:bodyPr/>
        <a:lstStyle/>
        <a:p>
          <a:r>
            <a:rPr lang="en-GB" dirty="0"/>
            <a:t>Be critical to high performance</a:t>
          </a:r>
        </a:p>
      </dgm:t>
    </dgm:pt>
    <dgm:pt modelId="{90F753F4-E75D-49AC-AA95-A7404A4C8567}" type="parTrans" cxnId="{C089601B-3D39-4F6B-892A-EE386CA36158}">
      <dgm:prSet/>
      <dgm:spPr/>
      <dgm:t>
        <a:bodyPr/>
        <a:lstStyle/>
        <a:p>
          <a:endParaRPr lang="en-US"/>
        </a:p>
      </dgm:t>
    </dgm:pt>
    <dgm:pt modelId="{8D083941-F2C8-4D14-A203-963AE4093663}" type="sibTrans" cxnId="{C089601B-3D39-4F6B-892A-EE386CA36158}">
      <dgm:prSet/>
      <dgm:spPr/>
      <dgm:t>
        <a:bodyPr/>
        <a:lstStyle/>
        <a:p>
          <a:endParaRPr lang="en-US"/>
        </a:p>
      </dgm:t>
    </dgm:pt>
    <dgm:pt modelId="{4EDDA9AD-AD6B-490A-9568-7E0D2C57E19A}">
      <dgm:prSet/>
      <dgm:spPr/>
      <dgm:t>
        <a:bodyPr/>
        <a:lstStyle/>
        <a:p>
          <a:r>
            <a:rPr lang="en-GB" dirty="0"/>
            <a:t>Affect engagement of staff and team performance</a:t>
          </a:r>
        </a:p>
      </dgm:t>
    </dgm:pt>
    <dgm:pt modelId="{A48E791D-6B84-4BAB-AF98-541193C803D5}" type="parTrans" cxnId="{0D9D4E8E-7623-44F6-972B-2006DDF88ACE}">
      <dgm:prSet/>
      <dgm:spPr/>
      <dgm:t>
        <a:bodyPr/>
        <a:lstStyle/>
        <a:p>
          <a:endParaRPr lang="en-US"/>
        </a:p>
      </dgm:t>
    </dgm:pt>
    <dgm:pt modelId="{DE380FD5-8C02-422C-936C-2DD279B005EF}" type="sibTrans" cxnId="{0D9D4E8E-7623-44F6-972B-2006DDF88ACE}">
      <dgm:prSet/>
      <dgm:spPr/>
      <dgm:t>
        <a:bodyPr/>
        <a:lstStyle/>
        <a:p>
          <a:endParaRPr lang="en-US"/>
        </a:p>
      </dgm:t>
    </dgm:pt>
    <dgm:pt modelId="{41ABF534-3558-4426-BA38-72AEC80094D3}" type="pres">
      <dgm:prSet presAssocID="{D882A53B-43A3-4067-ADEA-3E3D7BB09CE8}" presName="Name0" presStyleCnt="0">
        <dgm:presLayoutVars>
          <dgm:chMax val="7"/>
          <dgm:chPref val="7"/>
          <dgm:dir/>
        </dgm:presLayoutVars>
      </dgm:prSet>
      <dgm:spPr/>
    </dgm:pt>
    <dgm:pt modelId="{1D8FF245-8A9E-42D4-AA38-ACD15EF96619}" type="pres">
      <dgm:prSet presAssocID="{D882A53B-43A3-4067-ADEA-3E3D7BB09CE8}" presName="Name1" presStyleCnt="0"/>
      <dgm:spPr/>
    </dgm:pt>
    <dgm:pt modelId="{B6A5C9CE-3F62-464F-BE26-D49ECB30D8FF}" type="pres">
      <dgm:prSet presAssocID="{D882A53B-43A3-4067-ADEA-3E3D7BB09CE8}" presName="cycle" presStyleCnt="0"/>
      <dgm:spPr/>
    </dgm:pt>
    <dgm:pt modelId="{27A6F1DE-7660-480B-884F-6263CD09AE57}" type="pres">
      <dgm:prSet presAssocID="{D882A53B-43A3-4067-ADEA-3E3D7BB09CE8}" presName="srcNode" presStyleLbl="node1" presStyleIdx="0" presStyleCnt="6"/>
      <dgm:spPr/>
    </dgm:pt>
    <dgm:pt modelId="{B7382D02-8B07-441B-BE24-3B6660657357}" type="pres">
      <dgm:prSet presAssocID="{D882A53B-43A3-4067-ADEA-3E3D7BB09CE8}" presName="conn" presStyleLbl="parChTrans1D2" presStyleIdx="0" presStyleCnt="1"/>
      <dgm:spPr/>
    </dgm:pt>
    <dgm:pt modelId="{05871FEB-6AE9-439F-A280-900149604396}" type="pres">
      <dgm:prSet presAssocID="{D882A53B-43A3-4067-ADEA-3E3D7BB09CE8}" presName="extraNode" presStyleLbl="node1" presStyleIdx="0" presStyleCnt="6"/>
      <dgm:spPr/>
    </dgm:pt>
    <dgm:pt modelId="{BABAFD94-3071-4BCB-B4CD-3383EC0EEA84}" type="pres">
      <dgm:prSet presAssocID="{D882A53B-43A3-4067-ADEA-3E3D7BB09CE8}" presName="dstNode" presStyleLbl="node1" presStyleIdx="0" presStyleCnt="6"/>
      <dgm:spPr/>
    </dgm:pt>
    <dgm:pt modelId="{9E126598-19EA-4FEB-8A62-10041C488475}" type="pres">
      <dgm:prSet presAssocID="{D66E07A5-47C5-490B-86DC-46D58F942E8E}" presName="text_1" presStyleLbl="node1" presStyleIdx="0" presStyleCnt="6">
        <dgm:presLayoutVars>
          <dgm:bulletEnabled val="1"/>
        </dgm:presLayoutVars>
      </dgm:prSet>
      <dgm:spPr/>
    </dgm:pt>
    <dgm:pt modelId="{3D369D84-E06B-48E7-B1F4-C39AB7DB8E6B}" type="pres">
      <dgm:prSet presAssocID="{D66E07A5-47C5-490B-86DC-46D58F942E8E}" presName="accent_1" presStyleCnt="0"/>
      <dgm:spPr/>
    </dgm:pt>
    <dgm:pt modelId="{3CEC3D17-F632-4A75-9274-20257571B230}" type="pres">
      <dgm:prSet presAssocID="{D66E07A5-47C5-490B-86DC-46D58F942E8E}" presName="accentRepeatNode" presStyleLbl="solidFgAcc1" presStyleIdx="0" presStyleCnt="6"/>
      <dgm:spPr/>
    </dgm:pt>
    <dgm:pt modelId="{D2DF9DAE-C188-4E92-BAFF-6BD98501F3F6}" type="pres">
      <dgm:prSet presAssocID="{4380357E-6BF4-4291-815D-144D709EC655}" presName="text_2" presStyleLbl="node1" presStyleIdx="1" presStyleCnt="6">
        <dgm:presLayoutVars>
          <dgm:bulletEnabled val="1"/>
        </dgm:presLayoutVars>
      </dgm:prSet>
      <dgm:spPr/>
    </dgm:pt>
    <dgm:pt modelId="{6DF8D162-5DD0-45DD-A603-D49FD706E17C}" type="pres">
      <dgm:prSet presAssocID="{4380357E-6BF4-4291-815D-144D709EC655}" presName="accent_2" presStyleCnt="0"/>
      <dgm:spPr/>
    </dgm:pt>
    <dgm:pt modelId="{2A3BA8C7-E5A0-4569-8006-F1593F7D3729}" type="pres">
      <dgm:prSet presAssocID="{4380357E-6BF4-4291-815D-144D709EC655}" presName="accentRepeatNode" presStyleLbl="solidFgAcc1" presStyleIdx="1" presStyleCnt="6"/>
      <dgm:spPr/>
    </dgm:pt>
    <dgm:pt modelId="{D5921315-6C91-4206-9C52-D19C6473EF09}" type="pres">
      <dgm:prSet presAssocID="{49B931BA-200F-4466-9BAA-BB422753CD9B}" presName="text_3" presStyleLbl="node1" presStyleIdx="2" presStyleCnt="6">
        <dgm:presLayoutVars>
          <dgm:bulletEnabled val="1"/>
        </dgm:presLayoutVars>
      </dgm:prSet>
      <dgm:spPr/>
    </dgm:pt>
    <dgm:pt modelId="{640BE091-C51B-4392-A01E-E9F2F0AB9B77}" type="pres">
      <dgm:prSet presAssocID="{49B931BA-200F-4466-9BAA-BB422753CD9B}" presName="accent_3" presStyleCnt="0"/>
      <dgm:spPr/>
    </dgm:pt>
    <dgm:pt modelId="{1118E1A6-9ADD-447B-882B-1034029BBCD5}" type="pres">
      <dgm:prSet presAssocID="{49B931BA-200F-4466-9BAA-BB422753CD9B}" presName="accentRepeatNode" presStyleLbl="solidFgAcc1" presStyleIdx="2" presStyleCnt="6"/>
      <dgm:spPr/>
    </dgm:pt>
    <dgm:pt modelId="{BD1E4336-5439-4E43-BC91-45B119007C54}" type="pres">
      <dgm:prSet presAssocID="{A734BDBF-F1F4-4C57-8215-B40BD565A43F}" presName="text_4" presStyleLbl="node1" presStyleIdx="3" presStyleCnt="6">
        <dgm:presLayoutVars>
          <dgm:bulletEnabled val="1"/>
        </dgm:presLayoutVars>
      </dgm:prSet>
      <dgm:spPr/>
    </dgm:pt>
    <dgm:pt modelId="{7AD16347-FBDB-4B42-B692-B46141E3DE49}" type="pres">
      <dgm:prSet presAssocID="{A734BDBF-F1F4-4C57-8215-B40BD565A43F}" presName="accent_4" presStyleCnt="0"/>
      <dgm:spPr/>
    </dgm:pt>
    <dgm:pt modelId="{9354031C-89E4-4567-B1F6-4EFE97AD2D01}" type="pres">
      <dgm:prSet presAssocID="{A734BDBF-F1F4-4C57-8215-B40BD565A43F}" presName="accentRepeatNode" presStyleLbl="solidFgAcc1" presStyleIdx="3" presStyleCnt="6"/>
      <dgm:spPr/>
    </dgm:pt>
    <dgm:pt modelId="{B4C86E51-0739-4B31-A044-E2C97A8BA37F}" type="pres">
      <dgm:prSet presAssocID="{2A86729C-3105-4A15-B966-A5AAADC8F27C}" presName="text_5" presStyleLbl="node1" presStyleIdx="4" presStyleCnt="6">
        <dgm:presLayoutVars>
          <dgm:bulletEnabled val="1"/>
        </dgm:presLayoutVars>
      </dgm:prSet>
      <dgm:spPr/>
    </dgm:pt>
    <dgm:pt modelId="{F46324B1-D194-45AC-9625-5AB096E5DAD4}" type="pres">
      <dgm:prSet presAssocID="{2A86729C-3105-4A15-B966-A5AAADC8F27C}" presName="accent_5" presStyleCnt="0"/>
      <dgm:spPr/>
    </dgm:pt>
    <dgm:pt modelId="{587456CD-3981-45D5-817F-3F610EACC37B}" type="pres">
      <dgm:prSet presAssocID="{2A86729C-3105-4A15-B966-A5AAADC8F27C}" presName="accentRepeatNode" presStyleLbl="solidFgAcc1" presStyleIdx="4" presStyleCnt="6"/>
      <dgm:spPr/>
    </dgm:pt>
    <dgm:pt modelId="{49C1709C-FCCB-4C43-92E8-9E0DA15AA17A}" type="pres">
      <dgm:prSet presAssocID="{4EDDA9AD-AD6B-490A-9568-7E0D2C57E19A}" presName="text_6" presStyleLbl="node1" presStyleIdx="5" presStyleCnt="6">
        <dgm:presLayoutVars>
          <dgm:bulletEnabled val="1"/>
        </dgm:presLayoutVars>
      </dgm:prSet>
      <dgm:spPr/>
    </dgm:pt>
    <dgm:pt modelId="{BDBE2E69-65D7-4F7C-8F91-2AF61672586D}" type="pres">
      <dgm:prSet presAssocID="{4EDDA9AD-AD6B-490A-9568-7E0D2C57E19A}" presName="accent_6" presStyleCnt="0"/>
      <dgm:spPr/>
    </dgm:pt>
    <dgm:pt modelId="{36B7883F-E81E-4629-987C-BA79AEF30F2E}" type="pres">
      <dgm:prSet presAssocID="{4EDDA9AD-AD6B-490A-9568-7E0D2C57E19A}" presName="accentRepeatNode" presStyleLbl="solidFgAcc1" presStyleIdx="5" presStyleCnt="6"/>
      <dgm:spPr/>
    </dgm:pt>
  </dgm:ptLst>
  <dgm:cxnLst>
    <dgm:cxn modelId="{04A53804-8EF7-4010-825D-9F7240EA5089}" srcId="{D882A53B-43A3-4067-ADEA-3E3D7BB09CE8}" destId="{49B931BA-200F-4466-9BAA-BB422753CD9B}" srcOrd="2" destOrd="0" parTransId="{4ED9CAF8-29C2-4FE4-8E10-3D6C54B61179}" sibTransId="{AE4B4FCE-13DA-403D-8107-2747F57F4450}"/>
    <dgm:cxn modelId="{2F69C707-062B-432B-8058-2513140FAF01}" srcId="{D882A53B-43A3-4067-ADEA-3E3D7BB09CE8}" destId="{D66E07A5-47C5-490B-86DC-46D58F942E8E}" srcOrd="0" destOrd="0" parTransId="{5E1423D2-9583-4BF8-9CCE-0593385A0434}" sibTransId="{047ACCBA-93FB-484B-ACAA-DE990FC8E165}"/>
    <dgm:cxn modelId="{C089601B-3D39-4F6B-892A-EE386CA36158}" srcId="{D882A53B-43A3-4067-ADEA-3E3D7BB09CE8}" destId="{2A86729C-3105-4A15-B966-A5AAADC8F27C}" srcOrd="4" destOrd="0" parTransId="{90F753F4-E75D-49AC-AA95-A7404A4C8567}" sibTransId="{8D083941-F2C8-4D14-A203-963AE4093663}"/>
    <dgm:cxn modelId="{4FCCA51D-97AA-4AF8-9EC4-CAE6B0C1FCC2}" type="presOf" srcId="{4380357E-6BF4-4291-815D-144D709EC655}" destId="{D2DF9DAE-C188-4E92-BAFF-6BD98501F3F6}" srcOrd="0" destOrd="0" presId="urn:microsoft.com/office/officeart/2008/layout/VerticalCurvedList"/>
    <dgm:cxn modelId="{D156BC28-6692-4243-90D5-45A5CAF3F54C}" type="presOf" srcId="{A734BDBF-F1F4-4C57-8215-B40BD565A43F}" destId="{BD1E4336-5439-4E43-BC91-45B119007C54}" srcOrd="0" destOrd="0" presId="urn:microsoft.com/office/officeart/2008/layout/VerticalCurvedList"/>
    <dgm:cxn modelId="{08309F3E-FE59-479D-96FD-27742B556B08}" type="presOf" srcId="{2A86729C-3105-4A15-B966-A5AAADC8F27C}" destId="{B4C86E51-0739-4B31-A044-E2C97A8BA37F}" srcOrd="0" destOrd="0" presId="urn:microsoft.com/office/officeart/2008/layout/VerticalCurvedList"/>
    <dgm:cxn modelId="{68A6B567-A423-49A7-A61B-6F244C301C91}" type="presOf" srcId="{D882A53B-43A3-4067-ADEA-3E3D7BB09CE8}" destId="{41ABF534-3558-4426-BA38-72AEC80094D3}" srcOrd="0" destOrd="0" presId="urn:microsoft.com/office/officeart/2008/layout/VerticalCurvedList"/>
    <dgm:cxn modelId="{1001A66D-683E-4541-AB9D-684084D4FD54}" type="presOf" srcId="{49B931BA-200F-4466-9BAA-BB422753CD9B}" destId="{D5921315-6C91-4206-9C52-D19C6473EF09}" srcOrd="0" destOrd="0" presId="urn:microsoft.com/office/officeart/2008/layout/VerticalCurvedList"/>
    <dgm:cxn modelId="{A4A7C855-10B2-4BCD-A140-A466FD4E2FC3}" type="presOf" srcId="{4EDDA9AD-AD6B-490A-9568-7E0D2C57E19A}" destId="{49C1709C-FCCB-4C43-92E8-9E0DA15AA17A}" srcOrd="0" destOrd="0" presId="urn:microsoft.com/office/officeart/2008/layout/VerticalCurvedList"/>
    <dgm:cxn modelId="{0D9D4E8E-7623-44F6-972B-2006DDF88ACE}" srcId="{D882A53B-43A3-4067-ADEA-3E3D7BB09CE8}" destId="{4EDDA9AD-AD6B-490A-9568-7E0D2C57E19A}" srcOrd="5" destOrd="0" parTransId="{A48E791D-6B84-4BAB-AF98-541193C803D5}" sibTransId="{DE380FD5-8C02-422C-936C-2DD279B005EF}"/>
    <dgm:cxn modelId="{C58CE9A0-482F-4983-9C9E-EF184CA6D958}" srcId="{D882A53B-43A3-4067-ADEA-3E3D7BB09CE8}" destId="{A734BDBF-F1F4-4C57-8215-B40BD565A43F}" srcOrd="3" destOrd="0" parTransId="{D65929C0-55B7-4A4A-BAA6-81052AB4EA5A}" sibTransId="{6784A1DD-6F0C-4FBB-AC77-F59D81E6C9CF}"/>
    <dgm:cxn modelId="{A09298E4-C683-4FDA-96C5-AD89147DFC76}" type="presOf" srcId="{D66E07A5-47C5-490B-86DC-46D58F942E8E}" destId="{9E126598-19EA-4FEB-8A62-10041C488475}" srcOrd="0" destOrd="0" presId="urn:microsoft.com/office/officeart/2008/layout/VerticalCurvedList"/>
    <dgm:cxn modelId="{AA420FEC-14B7-4391-93BC-26DB5E2FA07C}" srcId="{D882A53B-43A3-4067-ADEA-3E3D7BB09CE8}" destId="{4380357E-6BF4-4291-815D-144D709EC655}" srcOrd="1" destOrd="0" parTransId="{0FCBCB47-0E6D-4FE6-8B10-9591D0CBB21C}" sibTransId="{48BEAE16-7588-4C4E-AEB4-F1FD2324F1B2}"/>
    <dgm:cxn modelId="{D78D69F2-1B34-4DAC-A4D1-3A789635BE54}" type="presOf" srcId="{047ACCBA-93FB-484B-ACAA-DE990FC8E165}" destId="{B7382D02-8B07-441B-BE24-3B6660657357}" srcOrd="0" destOrd="0" presId="urn:microsoft.com/office/officeart/2008/layout/VerticalCurvedList"/>
    <dgm:cxn modelId="{41624858-D10E-4F55-BC87-8C1174564283}" type="presParOf" srcId="{41ABF534-3558-4426-BA38-72AEC80094D3}" destId="{1D8FF245-8A9E-42D4-AA38-ACD15EF96619}" srcOrd="0" destOrd="0" presId="urn:microsoft.com/office/officeart/2008/layout/VerticalCurvedList"/>
    <dgm:cxn modelId="{8C0101D3-4177-48A6-BB57-4F4BD02559AD}" type="presParOf" srcId="{1D8FF245-8A9E-42D4-AA38-ACD15EF96619}" destId="{B6A5C9CE-3F62-464F-BE26-D49ECB30D8FF}" srcOrd="0" destOrd="0" presId="urn:microsoft.com/office/officeart/2008/layout/VerticalCurvedList"/>
    <dgm:cxn modelId="{F7A08D37-EC9F-4819-8EA3-BE7CD709909C}" type="presParOf" srcId="{B6A5C9CE-3F62-464F-BE26-D49ECB30D8FF}" destId="{27A6F1DE-7660-480B-884F-6263CD09AE57}" srcOrd="0" destOrd="0" presId="urn:microsoft.com/office/officeart/2008/layout/VerticalCurvedList"/>
    <dgm:cxn modelId="{5CAE26D7-1030-4405-8DCC-5BD1BB649A20}" type="presParOf" srcId="{B6A5C9CE-3F62-464F-BE26-D49ECB30D8FF}" destId="{B7382D02-8B07-441B-BE24-3B6660657357}" srcOrd="1" destOrd="0" presId="urn:microsoft.com/office/officeart/2008/layout/VerticalCurvedList"/>
    <dgm:cxn modelId="{E20BB14F-94F5-4B7E-8D99-FC4189DDA403}" type="presParOf" srcId="{B6A5C9CE-3F62-464F-BE26-D49ECB30D8FF}" destId="{05871FEB-6AE9-439F-A280-900149604396}" srcOrd="2" destOrd="0" presId="urn:microsoft.com/office/officeart/2008/layout/VerticalCurvedList"/>
    <dgm:cxn modelId="{0DD43AC4-CD44-4536-91DE-699387F59000}" type="presParOf" srcId="{B6A5C9CE-3F62-464F-BE26-D49ECB30D8FF}" destId="{BABAFD94-3071-4BCB-B4CD-3383EC0EEA84}" srcOrd="3" destOrd="0" presId="urn:microsoft.com/office/officeart/2008/layout/VerticalCurvedList"/>
    <dgm:cxn modelId="{92B9D656-F077-47D7-B4EE-05D60A660F30}" type="presParOf" srcId="{1D8FF245-8A9E-42D4-AA38-ACD15EF96619}" destId="{9E126598-19EA-4FEB-8A62-10041C488475}" srcOrd="1" destOrd="0" presId="urn:microsoft.com/office/officeart/2008/layout/VerticalCurvedList"/>
    <dgm:cxn modelId="{DB0C1EE1-AF26-4AFD-AD92-0E03D6A17605}" type="presParOf" srcId="{1D8FF245-8A9E-42D4-AA38-ACD15EF96619}" destId="{3D369D84-E06B-48E7-B1F4-C39AB7DB8E6B}" srcOrd="2" destOrd="0" presId="urn:microsoft.com/office/officeart/2008/layout/VerticalCurvedList"/>
    <dgm:cxn modelId="{9FFEC882-0CD9-4743-868A-26BAC101EBB0}" type="presParOf" srcId="{3D369D84-E06B-48E7-B1F4-C39AB7DB8E6B}" destId="{3CEC3D17-F632-4A75-9274-20257571B230}" srcOrd="0" destOrd="0" presId="urn:microsoft.com/office/officeart/2008/layout/VerticalCurvedList"/>
    <dgm:cxn modelId="{1FBAFFA7-5E5F-4B25-92AA-4C62BF424AC5}" type="presParOf" srcId="{1D8FF245-8A9E-42D4-AA38-ACD15EF96619}" destId="{D2DF9DAE-C188-4E92-BAFF-6BD98501F3F6}" srcOrd="3" destOrd="0" presId="urn:microsoft.com/office/officeart/2008/layout/VerticalCurvedList"/>
    <dgm:cxn modelId="{CC16945E-3588-4C04-AFDB-57AF647CDA66}" type="presParOf" srcId="{1D8FF245-8A9E-42D4-AA38-ACD15EF96619}" destId="{6DF8D162-5DD0-45DD-A603-D49FD706E17C}" srcOrd="4" destOrd="0" presId="urn:microsoft.com/office/officeart/2008/layout/VerticalCurvedList"/>
    <dgm:cxn modelId="{8376F82F-EB03-4821-9F19-C1CFE8FA9344}" type="presParOf" srcId="{6DF8D162-5DD0-45DD-A603-D49FD706E17C}" destId="{2A3BA8C7-E5A0-4569-8006-F1593F7D3729}" srcOrd="0" destOrd="0" presId="urn:microsoft.com/office/officeart/2008/layout/VerticalCurvedList"/>
    <dgm:cxn modelId="{61C6C8E7-EDE3-46A2-93CF-A506766FD5AC}" type="presParOf" srcId="{1D8FF245-8A9E-42D4-AA38-ACD15EF96619}" destId="{D5921315-6C91-4206-9C52-D19C6473EF09}" srcOrd="5" destOrd="0" presId="urn:microsoft.com/office/officeart/2008/layout/VerticalCurvedList"/>
    <dgm:cxn modelId="{27E9F7DF-5C9A-43CA-8F0B-BB618553D40C}" type="presParOf" srcId="{1D8FF245-8A9E-42D4-AA38-ACD15EF96619}" destId="{640BE091-C51B-4392-A01E-E9F2F0AB9B77}" srcOrd="6" destOrd="0" presId="urn:microsoft.com/office/officeart/2008/layout/VerticalCurvedList"/>
    <dgm:cxn modelId="{F87A55D2-27D0-40EE-9455-DAA3BA2FFBF1}" type="presParOf" srcId="{640BE091-C51B-4392-A01E-E9F2F0AB9B77}" destId="{1118E1A6-9ADD-447B-882B-1034029BBCD5}" srcOrd="0" destOrd="0" presId="urn:microsoft.com/office/officeart/2008/layout/VerticalCurvedList"/>
    <dgm:cxn modelId="{934AD65B-21FC-4C44-B9E7-BE37E34D2A1B}" type="presParOf" srcId="{1D8FF245-8A9E-42D4-AA38-ACD15EF96619}" destId="{BD1E4336-5439-4E43-BC91-45B119007C54}" srcOrd="7" destOrd="0" presId="urn:microsoft.com/office/officeart/2008/layout/VerticalCurvedList"/>
    <dgm:cxn modelId="{E02BB842-0150-4CA9-8D55-E500A849B82D}" type="presParOf" srcId="{1D8FF245-8A9E-42D4-AA38-ACD15EF96619}" destId="{7AD16347-FBDB-4B42-B692-B46141E3DE49}" srcOrd="8" destOrd="0" presId="urn:microsoft.com/office/officeart/2008/layout/VerticalCurvedList"/>
    <dgm:cxn modelId="{FE80B1A8-C68E-4DB8-A1F9-0DE14B15A441}" type="presParOf" srcId="{7AD16347-FBDB-4B42-B692-B46141E3DE49}" destId="{9354031C-89E4-4567-B1F6-4EFE97AD2D01}" srcOrd="0" destOrd="0" presId="urn:microsoft.com/office/officeart/2008/layout/VerticalCurvedList"/>
    <dgm:cxn modelId="{80B81065-6A03-4AA3-8B19-9C7C802F038B}" type="presParOf" srcId="{1D8FF245-8A9E-42D4-AA38-ACD15EF96619}" destId="{B4C86E51-0739-4B31-A044-E2C97A8BA37F}" srcOrd="9" destOrd="0" presId="urn:microsoft.com/office/officeart/2008/layout/VerticalCurvedList"/>
    <dgm:cxn modelId="{0CFDE146-AE27-42B1-AD81-8FAB2EE02486}" type="presParOf" srcId="{1D8FF245-8A9E-42D4-AA38-ACD15EF96619}" destId="{F46324B1-D194-45AC-9625-5AB096E5DAD4}" srcOrd="10" destOrd="0" presId="urn:microsoft.com/office/officeart/2008/layout/VerticalCurvedList"/>
    <dgm:cxn modelId="{564516DB-D766-4CA0-A7C1-B956DAAD148F}" type="presParOf" srcId="{F46324B1-D194-45AC-9625-5AB096E5DAD4}" destId="{587456CD-3981-45D5-817F-3F610EACC37B}" srcOrd="0" destOrd="0" presId="urn:microsoft.com/office/officeart/2008/layout/VerticalCurvedList"/>
    <dgm:cxn modelId="{A8D39711-337B-43F3-9478-7674B5334A9E}" type="presParOf" srcId="{1D8FF245-8A9E-42D4-AA38-ACD15EF96619}" destId="{49C1709C-FCCB-4C43-92E8-9E0DA15AA17A}" srcOrd="11" destOrd="0" presId="urn:microsoft.com/office/officeart/2008/layout/VerticalCurvedList"/>
    <dgm:cxn modelId="{F79EDB66-269A-4B2E-ABF0-201A5E6DEAA2}" type="presParOf" srcId="{1D8FF245-8A9E-42D4-AA38-ACD15EF96619}" destId="{BDBE2E69-65D7-4F7C-8F91-2AF61672586D}" srcOrd="12" destOrd="0" presId="urn:microsoft.com/office/officeart/2008/layout/VerticalCurvedList"/>
    <dgm:cxn modelId="{DAEECDF9-A50F-4667-9816-E38DD00F555E}" type="presParOf" srcId="{BDBE2E69-65D7-4F7C-8F91-2AF61672586D}" destId="{36B7883F-E81E-4629-987C-BA79AEF30F2E}"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781893-A9C2-4BEE-939D-325C24816860}" type="doc">
      <dgm:prSet loTypeId="urn:microsoft.com/office/officeart/2005/8/layout/bProcess2" loCatId="process" qsTypeId="urn:microsoft.com/office/officeart/2005/8/quickstyle/simple3" qsCatId="simple" csTypeId="urn:microsoft.com/office/officeart/2005/8/colors/accent1_4" csCatId="accent1" phldr="1"/>
      <dgm:spPr/>
      <dgm:t>
        <a:bodyPr/>
        <a:lstStyle/>
        <a:p>
          <a:endParaRPr lang="en-US"/>
        </a:p>
      </dgm:t>
    </dgm:pt>
    <dgm:pt modelId="{657EA237-0F73-4210-99A0-C784FB74A4AB}">
      <dgm:prSet/>
      <dgm:spPr/>
      <dgm:t>
        <a:bodyPr/>
        <a:lstStyle/>
        <a:p>
          <a:r>
            <a:rPr lang="en-GB" dirty="0" err="1"/>
            <a:t>Saijo</a:t>
          </a:r>
          <a:r>
            <a:rPr lang="en-GB" dirty="0"/>
            <a:t> </a:t>
          </a:r>
          <a:r>
            <a:rPr lang="en-GB" dirty="0" err="1"/>
            <a:t>Mauno</a:t>
          </a:r>
          <a:r>
            <a:rPr lang="en-GB" dirty="0"/>
            <a:t> found that people having control over how they did their jobs was the best predictor of engagement, even more than management quality</a:t>
          </a:r>
        </a:p>
      </dgm:t>
    </dgm:pt>
    <dgm:pt modelId="{26240093-BEBE-4278-847D-F9CEAB49858C}" type="parTrans" cxnId="{2E0AB4AC-DB92-474A-9448-09CE9B4190C7}">
      <dgm:prSet/>
      <dgm:spPr/>
      <dgm:t>
        <a:bodyPr/>
        <a:lstStyle/>
        <a:p>
          <a:endParaRPr lang="en-US"/>
        </a:p>
      </dgm:t>
    </dgm:pt>
    <dgm:pt modelId="{55D582B1-4A91-42DB-83F3-D65B9BA17930}" type="sibTrans" cxnId="{2E0AB4AC-DB92-474A-9448-09CE9B4190C7}">
      <dgm:prSet/>
      <dgm:spPr/>
      <dgm:t>
        <a:bodyPr/>
        <a:lstStyle/>
        <a:p>
          <a:endParaRPr lang="en-US"/>
        </a:p>
      </dgm:t>
    </dgm:pt>
    <dgm:pt modelId="{216B9265-AD43-4501-B5E2-77C22D32BFA8}">
      <dgm:prSet/>
      <dgm:spPr/>
      <dgm:t>
        <a:bodyPr/>
        <a:lstStyle/>
        <a:p>
          <a:r>
            <a:rPr lang="en-GB" b="0" i="0" u="none" dirty="0" err="1"/>
            <a:t>Jari</a:t>
          </a:r>
          <a:r>
            <a:rPr lang="en-GB" b="0" i="0" u="none" dirty="0"/>
            <a:t> </a:t>
          </a:r>
          <a:r>
            <a:rPr lang="en-GB" b="0" i="0" u="none" dirty="0" err="1"/>
            <a:t>Hakanen</a:t>
          </a:r>
          <a:r>
            <a:rPr lang="en-GB" b="0" i="0" u="none" dirty="0"/>
            <a:t>: </a:t>
          </a:r>
          <a:r>
            <a:rPr lang="en-GB" dirty="0"/>
            <a:t>Think carefully about how jobs are designed to ensure:</a:t>
          </a:r>
          <a:endParaRPr lang="en-US" dirty="0"/>
        </a:p>
      </dgm:t>
    </dgm:pt>
    <dgm:pt modelId="{037FAFB1-7399-40CF-945C-8BAE5EE18364}" type="parTrans" cxnId="{2D12026E-F30F-49FE-AD1F-81EAA63BC05E}">
      <dgm:prSet/>
      <dgm:spPr/>
      <dgm:t>
        <a:bodyPr/>
        <a:lstStyle/>
        <a:p>
          <a:endParaRPr lang="en-US"/>
        </a:p>
      </dgm:t>
    </dgm:pt>
    <dgm:pt modelId="{7CD0408C-8897-4DC7-B0CD-C9D1253CF9A1}" type="sibTrans" cxnId="{2D12026E-F30F-49FE-AD1F-81EAA63BC05E}">
      <dgm:prSet/>
      <dgm:spPr/>
      <dgm:t>
        <a:bodyPr/>
        <a:lstStyle/>
        <a:p>
          <a:endParaRPr lang="en-US"/>
        </a:p>
      </dgm:t>
    </dgm:pt>
    <dgm:pt modelId="{AA508802-4367-4CE7-840F-CA83D8A00434}">
      <dgm:prSet/>
      <dgm:spPr/>
      <dgm:t>
        <a:bodyPr/>
        <a:lstStyle/>
        <a:p>
          <a:r>
            <a:rPr lang="en-GB" dirty="0"/>
            <a:t>Sense of autonomy</a:t>
          </a:r>
          <a:endParaRPr lang="en-US" dirty="0"/>
        </a:p>
      </dgm:t>
    </dgm:pt>
    <dgm:pt modelId="{3EA0BF72-3805-4AA8-8DD0-9108EC70F70F}" type="parTrans" cxnId="{D30A6BEC-E395-48D3-8D7C-B5F063F050E6}">
      <dgm:prSet/>
      <dgm:spPr/>
      <dgm:t>
        <a:bodyPr/>
        <a:lstStyle/>
        <a:p>
          <a:endParaRPr lang="en-US"/>
        </a:p>
      </dgm:t>
    </dgm:pt>
    <dgm:pt modelId="{DDEC022C-B05E-4654-9B5E-C5CECB544121}" type="sibTrans" cxnId="{D30A6BEC-E395-48D3-8D7C-B5F063F050E6}">
      <dgm:prSet/>
      <dgm:spPr/>
      <dgm:t>
        <a:bodyPr/>
        <a:lstStyle/>
        <a:p>
          <a:endParaRPr lang="en-US"/>
        </a:p>
      </dgm:t>
    </dgm:pt>
    <dgm:pt modelId="{A96D6F4A-ED83-4E2F-AAC2-CBEE6F495D22}">
      <dgm:prSet/>
      <dgm:spPr/>
      <dgm:t>
        <a:bodyPr/>
        <a:lstStyle/>
        <a:p>
          <a:r>
            <a:rPr lang="en-GB" dirty="0"/>
            <a:t>Staff are involved in understanding resource availability</a:t>
          </a:r>
          <a:endParaRPr lang="en-US" dirty="0"/>
        </a:p>
      </dgm:t>
    </dgm:pt>
    <dgm:pt modelId="{6C6F8463-1FD7-45AC-BFC4-2695166F3C43}" type="parTrans" cxnId="{92C35BC4-83FF-4310-803C-41D5A2D5035D}">
      <dgm:prSet/>
      <dgm:spPr/>
      <dgm:t>
        <a:bodyPr/>
        <a:lstStyle/>
        <a:p>
          <a:endParaRPr lang="en-US"/>
        </a:p>
      </dgm:t>
    </dgm:pt>
    <dgm:pt modelId="{BE06F9F1-13A2-4560-BFD8-3D7F6650BC8F}" type="sibTrans" cxnId="{92C35BC4-83FF-4310-803C-41D5A2D5035D}">
      <dgm:prSet/>
      <dgm:spPr/>
      <dgm:t>
        <a:bodyPr/>
        <a:lstStyle/>
        <a:p>
          <a:endParaRPr lang="en-US"/>
        </a:p>
      </dgm:t>
    </dgm:pt>
    <dgm:pt modelId="{7B1448AF-F7A3-4033-85D9-851495C66A39}">
      <dgm:prSet/>
      <dgm:spPr/>
      <dgm:t>
        <a:bodyPr/>
        <a:lstStyle/>
        <a:p>
          <a:r>
            <a:rPr lang="en-GB" dirty="0"/>
            <a:t>Self-esteem is promoted</a:t>
          </a:r>
          <a:endParaRPr lang="en-US" dirty="0"/>
        </a:p>
      </dgm:t>
    </dgm:pt>
    <dgm:pt modelId="{9FEEBD8A-A7B3-459C-B624-C0BBD3712D1D}" type="parTrans" cxnId="{4A56C51A-76FA-450D-88D8-573DEC6D229B}">
      <dgm:prSet/>
      <dgm:spPr/>
      <dgm:t>
        <a:bodyPr/>
        <a:lstStyle/>
        <a:p>
          <a:endParaRPr lang="en-US"/>
        </a:p>
      </dgm:t>
    </dgm:pt>
    <dgm:pt modelId="{098E3C5B-E4D1-4A5C-B8DB-2B5CC8DDF32B}" type="sibTrans" cxnId="{4A56C51A-76FA-450D-88D8-573DEC6D229B}">
      <dgm:prSet/>
      <dgm:spPr/>
      <dgm:t>
        <a:bodyPr/>
        <a:lstStyle/>
        <a:p>
          <a:endParaRPr lang="en-US"/>
        </a:p>
      </dgm:t>
    </dgm:pt>
    <dgm:pt modelId="{F822FC71-64A9-467B-8648-6B7FEFB5F790}">
      <dgm:prSet/>
      <dgm:spPr/>
      <dgm:t>
        <a:bodyPr/>
        <a:lstStyle/>
        <a:p>
          <a:r>
            <a:rPr lang="en-GB" dirty="0"/>
            <a:t>Positive climate is created.</a:t>
          </a:r>
          <a:endParaRPr lang="en-US" dirty="0"/>
        </a:p>
      </dgm:t>
    </dgm:pt>
    <dgm:pt modelId="{07F8023F-472A-4967-AED6-FDC3CE8AAE07}" type="parTrans" cxnId="{C6930632-3656-4CA8-868A-1EA90F040A53}">
      <dgm:prSet/>
      <dgm:spPr/>
      <dgm:t>
        <a:bodyPr/>
        <a:lstStyle/>
        <a:p>
          <a:endParaRPr lang="en-US"/>
        </a:p>
      </dgm:t>
    </dgm:pt>
    <dgm:pt modelId="{EB0325EF-5417-48E0-AE49-CD10818FEC2B}" type="sibTrans" cxnId="{C6930632-3656-4CA8-868A-1EA90F040A53}">
      <dgm:prSet/>
      <dgm:spPr/>
      <dgm:t>
        <a:bodyPr/>
        <a:lstStyle/>
        <a:p>
          <a:endParaRPr lang="en-US"/>
        </a:p>
      </dgm:t>
    </dgm:pt>
    <dgm:pt modelId="{A8EA4411-A4F3-40BF-9540-471AE11A2A45}">
      <dgm:prSet/>
      <dgm:spPr/>
      <dgm:t>
        <a:bodyPr/>
        <a:lstStyle/>
        <a:p>
          <a:r>
            <a:rPr lang="en-GB" dirty="0"/>
            <a:t>Manageable workload</a:t>
          </a:r>
          <a:endParaRPr lang="en-US" dirty="0"/>
        </a:p>
      </dgm:t>
    </dgm:pt>
    <dgm:pt modelId="{0C48E10E-C1D8-4BD6-8401-AA1CD450AAA5}" type="parTrans" cxnId="{DC843C89-837D-4345-8EB1-07B352957EEE}">
      <dgm:prSet/>
      <dgm:spPr/>
      <dgm:t>
        <a:bodyPr/>
        <a:lstStyle/>
        <a:p>
          <a:endParaRPr lang="en-US"/>
        </a:p>
      </dgm:t>
    </dgm:pt>
    <dgm:pt modelId="{725FC563-171B-44B7-BE59-1E464A1E1290}" type="sibTrans" cxnId="{DC843C89-837D-4345-8EB1-07B352957EEE}">
      <dgm:prSet/>
      <dgm:spPr/>
      <dgm:t>
        <a:bodyPr/>
        <a:lstStyle/>
        <a:p>
          <a:endParaRPr lang="en-US"/>
        </a:p>
      </dgm:t>
    </dgm:pt>
    <dgm:pt modelId="{A73B543A-F0F1-4609-8D87-08CBCD342D80}" type="pres">
      <dgm:prSet presAssocID="{81781893-A9C2-4BEE-939D-325C24816860}" presName="diagram" presStyleCnt="0">
        <dgm:presLayoutVars>
          <dgm:dir/>
          <dgm:resizeHandles/>
        </dgm:presLayoutVars>
      </dgm:prSet>
      <dgm:spPr/>
    </dgm:pt>
    <dgm:pt modelId="{9884130D-F96A-454E-8E20-89B1620DAA8B}" type="pres">
      <dgm:prSet presAssocID="{657EA237-0F73-4210-99A0-C784FB74A4AB}" presName="firstNode" presStyleLbl="node1" presStyleIdx="0" presStyleCnt="2">
        <dgm:presLayoutVars>
          <dgm:bulletEnabled val="1"/>
        </dgm:presLayoutVars>
      </dgm:prSet>
      <dgm:spPr/>
    </dgm:pt>
    <dgm:pt modelId="{CCC1A76C-E7A3-4F8C-85E0-90178F033950}" type="pres">
      <dgm:prSet presAssocID="{55D582B1-4A91-42DB-83F3-D65B9BA17930}" presName="sibTrans" presStyleLbl="sibTrans2D1" presStyleIdx="0" presStyleCnt="1"/>
      <dgm:spPr/>
    </dgm:pt>
    <dgm:pt modelId="{F742353E-4C48-4439-88DB-A26B0B6DCD1E}" type="pres">
      <dgm:prSet presAssocID="{216B9265-AD43-4501-B5E2-77C22D32BFA8}" presName="lastNode" presStyleLbl="node1" presStyleIdx="1" presStyleCnt="2">
        <dgm:presLayoutVars>
          <dgm:bulletEnabled val="1"/>
        </dgm:presLayoutVars>
      </dgm:prSet>
      <dgm:spPr/>
    </dgm:pt>
  </dgm:ptLst>
  <dgm:cxnLst>
    <dgm:cxn modelId="{341CC00F-22CF-4DC7-B938-9C1966C38930}" type="presOf" srcId="{81781893-A9C2-4BEE-939D-325C24816860}" destId="{A73B543A-F0F1-4609-8D87-08CBCD342D80}" srcOrd="0" destOrd="0" presId="urn:microsoft.com/office/officeart/2005/8/layout/bProcess2"/>
    <dgm:cxn modelId="{4A56C51A-76FA-450D-88D8-573DEC6D229B}" srcId="{216B9265-AD43-4501-B5E2-77C22D32BFA8}" destId="{7B1448AF-F7A3-4033-85D9-851495C66A39}" srcOrd="3" destOrd="0" parTransId="{9FEEBD8A-A7B3-459C-B624-C0BBD3712D1D}" sibTransId="{098E3C5B-E4D1-4A5C-B8DB-2B5CC8DDF32B}"/>
    <dgm:cxn modelId="{7C97D02D-B9A6-4A00-8A63-5927E02D7A6D}" type="presOf" srcId="{216B9265-AD43-4501-B5E2-77C22D32BFA8}" destId="{F742353E-4C48-4439-88DB-A26B0B6DCD1E}" srcOrd="0" destOrd="0" presId="urn:microsoft.com/office/officeart/2005/8/layout/bProcess2"/>
    <dgm:cxn modelId="{C6930632-3656-4CA8-868A-1EA90F040A53}" srcId="{216B9265-AD43-4501-B5E2-77C22D32BFA8}" destId="{F822FC71-64A9-467B-8648-6B7FEFB5F790}" srcOrd="4" destOrd="0" parTransId="{07F8023F-472A-4967-AED6-FDC3CE8AAE07}" sibTransId="{EB0325EF-5417-48E0-AE49-CD10818FEC2B}"/>
    <dgm:cxn modelId="{92DFA93F-EADF-4A71-94E9-7BF6E4805AAB}" type="presOf" srcId="{657EA237-0F73-4210-99A0-C784FB74A4AB}" destId="{9884130D-F96A-454E-8E20-89B1620DAA8B}" srcOrd="0" destOrd="0" presId="urn:microsoft.com/office/officeart/2005/8/layout/bProcess2"/>
    <dgm:cxn modelId="{937FB067-F2D9-4254-8005-018C803400D6}" type="presOf" srcId="{AA508802-4367-4CE7-840F-CA83D8A00434}" destId="{F742353E-4C48-4439-88DB-A26B0B6DCD1E}" srcOrd="0" destOrd="2" presId="urn:microsoft.com/office/officeart/2005/8/layout/bProcess2"/>
    <dgm:cxn modelId="{1E48866A-D872-41AC-8281-53DA0A42BE79}" type="presOf" srcId="{F822FC71-64A9-467B-8648-6B7FEFB5F790}" destId="{F742353E-4C48-4439-88DB-A26B0B6DCD1E}" srcOrd="0" destOrd="5" presId="urn:microsoft.com/office/officeart/2005/8/layout/bProcess2"/>
    <dgm:cxn modelId="{2D12026E-F30F-49FE-AD1F-81EAA63BC05E}" srcId="{81781893-A9C2-4BEE-939D-325C24816860}" destId="{216B9265-AD43-4501-B5E2-77C22D32BFA8}" srcOrd="1" destOrd="0" parTransId="{037FAFB1-7399-40CF-945C-8BAE5EE18364}" sibTransId="{7CD0408C-8897-4DC7-B0CD-C9D1253CF9A1}"/>
    <dgm:cxn modelId="{BEDE0E79-8355-4EFC-BD84-AD62551962BA}" type="presOf" srcId="{55D582B1-4A91-42DB-83F3-D65B9BA17930}" destId="{CCC1A76C-E7A3-4F8C-85E0-90178F033950}" srcOrd="0" destOrd="0" presId="urn:microsoft.com/office/officeart/2005/8/layout/bProcess2"/>
    <dgm:cxn modelId="{DC843C89-837D-4345-8EB1-07B352957EEE}" srcId="{216B9265-AD43-4501-B5E2-77C22D32BFA8}" destId="{A8EA4411-A4F3-40BF-9540-471AE11A2A45}" srcOrd="0" destOrd="0" parTransId="{0C48E10E-C1D8-4BD6-8401-AA1CD450AAA5}" sibTransId="{725FC563-171B-44B7-BE59-1E464A1E1290}"/>
    <dgm:cxn modelId="{2E0AB4AC-DB92-474A-9448-09CE9B4190C7}" srcId="{81781893-A9C2-4BEE-939D-325C24816860}" destId="{657EA237-0F73-4210-99A0-C784FB74A4AB}" srcOrd="0" destOrd="0" parTransId="{26240093-BEBE-4278-847D-F9CEAB49858C}" sibTransId="{55D582B1-4A91-42DB-83F3-D65B9BA17930}"/>
    <dgm:cxn modelId="{5EAE37B2-826B-45A1-A321-B27226AC8829}" type="presOf" srcId="{A96D6F4A-ED83-4E2F-AAC2-CBEE6F495D22}" destId="{F742353E-4C48-4439-88DB-A26B0B6DCD1E}" srcOrd="0" destOrd="3" presId="urn:microsoft.com/office/officeart/2005/8/layout/bProcess2"/>
    <dgm:cxn modelId="{92C35BC4-83FF-4310-803C-41D5A2D5035D}" srcId="{216B9265-AD43-4501-B5E2-77C22D32BFA8}" destId="{A96D6F4A-ED83-4E2F-AAC2-CBEE6F495D22}" srcOrd="2" destOrd="0" parTransId="{6C6F8463-1FD7-45AC-BFC4-2695166F3C43}" sibTransId="{BE06F9F1-13A2-4560-BFD8-3D7F6650BC8F}"/>
    <dgm:cxn modelId="{41F01ECB-B9E9-44D7-80A3-5F9BCC11EFBA}" type="presOf" srcId="{7B1448AF-F7A3-4033-85D9-851495C66A39}" destId="{F742353E-4C48-4439-88DB-A26B0B6DCD1E}" srcOrd="0" destOrd="4" presId="urn:microsoft.com/office/officeart/2005/8/layout/bProcess2"/>
    <dgm:cxn modelId="{D30A6BEC-E395-48D3-8D7C-B5F063F050E6}" srcId="{216B9265-AD43-4501-B5E2-77C22D32BFA8}" destId="{AA508802-4367-4CE7-840F-CA83D8A00434}" srcOrd="1" destOrd="0" parTransId="{3EA0BF72-3805-4AA8-8DD0-9108EC70F70F}" sibTransId="{DDEC022C-B05E-4654-9B5E-C5CECB544121}"/>
    <dgm:cxn modelId="{9109ECF5-C2EA-4F86-809A-08C47EB2C36C}" type="presOf" srcId="{A8EA4411-A4F3-40BF-9540-471AE11A2A45}" destId="{F742353E-4C48-4439-88DB-A26B0B6DCD1E}" srcOrd="0" destOrd="1" presId="urn:microsoft.com/office/officeart/2005/8/layout/bProcess2"/>
    <dgm:cxn modelId="{F598B033-2CA9-4443-9DEF-65E7D265E900}" type="presParOf" srcId="{A73B543A-F0F1-4609-8D87-08CBCD342D80}" destId="{9884130D-F96A-454E-8E20-89B1620DAA8B}" srcOrd="0" destOrd="0" presId="urn:microsoft.com/office/officeart/2005/8/layout/bProcess2"/>
    <dgm:cxn modelId="{0118C8C2-9E06-473F-920B-85D98D23733C}" type="presParOf" srcId="{A73B543A-F0F1-4609-8D87-08CBCD342D80}" destId="{CCC1A76C-E7A3-4F8C-85E0-90178F033950}" srcOrd="1" destOrd="0" presId="urn:microsoft.com/office/officeart/2005/8/layout/bProcess2"/>
    <dgm:cxn modelId="{CD1CA3A8-82A0-4839-9957-EAA0BFE567D8}" type="presParOf" srcId="{A73B543A-F0F1-4609-8D87-08CBCD342D80}" destId="{F742353E-4C48-4439-88DB-A26B0B6DCD1E}" srcOrd="2"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18B5F3-6C8C-475C-B777-F3949B1D57DA}" type="doc">
      <dgm:prSet loTypeId="urn:microsoft.com/office/officeart/2005/8/layout/vList2" loCatId="list" qsTypeId="urn:microsoft.com/office/officeart/2005/8/quickstyle/simple2" qsCatId="simple" csTypeId="urn:microsoft.com/office/officeart/2005/8/colors/accent2_3" csCatId="accent2" phldr="1"/>
      <dgm:spPr/>
      <dgm:t>
        <a:bodyPr/>
        <a:lstStyle/>
        <a:p>
          <a:endParaRPr lang="en-US"/>
        </a:p>
      </dgm:t>
    </dgm:pt>
    <dgm:pt modelId="{3C53AB66-D557-4DFA-AC95-14B32957B93B}">
      <dgm:prSet/>
      <dgm:spPr/>
      <dgm:t>
        <a:bodyPr/>
        <a:lstStyle/>
        <a:p>
          <a:r>
            <a:rPr lang="en-GB" dirty="0"/>
            <a:t>Doctors who are engaged are less likely to make mistakes</a:t>
          </a:r>
          <a:endParaRPr lang="en-US" dirty="0"/>
        </a:p>
      </dgm:t>
    </dgm:pt>
    <dgm:pt modelId="{4664EB46-A01B-420A-96EF-005AE3707E40}" type="parTrans" cxnId="{99612CDA-3E70-48E7-88C8-627077A7B371}">
      <dgm:prSet/>
      <dgm:spPr/>
      <dgm:t>
        <a:bodyPr/>
        <a:lstStyle/>
        <a:p>
          <a:endParaRPr lang="en-US"/>
        </a:p>
      </dgm:t>
    </dgm:pt>
    <dgm:pt modelId="{C806F990-0CBA-4F3C-881A-DF2DDE89D9F4}" type="sibTrans" cxnId="{99612CDA-3E70-48E7-88C8-627077A7B371}">
      <dgm:prSet/>
      <dgm:spPr/>
      <dgm:t>
        <a:bodyPr/>
        <a:lstStyle/>
        <a:p>
          <a:endParaRPr lang="en-US"/>
        </a:p>
      </dgm:t>
    </dgm:pt>
    <dgm:pt modelId="{E30AAF9C-EFCB-4944-8C65-CC7FCA40D600}">
      <dgm:prSet/>
      <dgm:spPr/>
      <dgm:t>
        <a:bodyPr/>
        <a:lstStyle/>
        <a:p>
          <a:r>
            <a:rPr lang="en-GB" dirty="0"/>
            <a:t>Safer patient care is linked to nurses feeling engaged</a:t>
          </a:r>
          <a:endParaRPr lang="en-US" dirty="0"/>
        </a:p>
      </dgm:t>
    </dgm:pt>
    <dgm:pt modelId="{EDE94EBD-8F7B-4049-8700-7E0C5D7F9A50}" type="parTrans" cxnId="{230E6413-14BB-422D-AB9B-A2306F823C38}">
      <dgm:prSet/>
      <dgm:spPr/>
      <dgm:t>
        <a:bodyPr/>
        <a:lstStyle/>
        <a:p>
          <a:endParaRPr lang="en-US"/>
        </a:p>
      </dgm:t>
    </dgm:pt>
    <dgm:pt modelId="{C6CFCA81-EEE5-456D-BCEC-E4AC2762C075}" type="sibTrans" cxnId="{230E6413-14BB-422D-AB9B-A2306F823C38}">
      <dgm:prSet/>
      <dgm:spPr/>
      <dgm:t>
        <a:bodyPr/>
        <a:lstStyle/>
        <a:p>
          <a:endParaRPr lang="en-US"/>
        </a:p>
      </dgm:t>
    </dgm:pt>
    <dgm:pt modelId="{F771E0C6-3076-4BC1-9A2B-DFEAE3857A93}">
      <dgm:prSet/>
      <dgm:spPr/>
      <dgm:t>
        <a:bodyPr/>
        <a:lstStyle/>
        <a:p>
          <a:r>
            <a:rPr lang="en-GB" dirty="0"/>
            <a:t>A lack of engagement can be a cause of poor care</a:t>
          </a:r>
          <a:endParaRPr lang="en-US" dirty="0"/>
        </a:p>
      </dgm:t>
    </dgm:pt>
    <dgm:pt modelId="{FDB39C81-0EC8-4D1D-99C7-9493994C476E}" type="parTrans" cxnId="{892A644F-E574-4A75-B193-443EADE380FF}">
      <dgm:prSet/>
      <dgm:spPr/>
      <dgm:t>
        <a:bodyPr/>
        <a:lstStyle/>
        <a:p>
          <a:endParaRPr lang="en-US"/>
        </a:p>
      </dgm:t>
    </dgm:pt>
    <dgm:pt modelId="{686CC961-107D-4A9E-B1F2-3782C27DA795}" type="sibTrans" cxnId="{892A644F-E574-4A75-B193-443EADE380FF}">
      <dgm:prSet/>
      <dgm:spPr/>
      <dgm:t>
        <a:bodyPr/>
        <a:lstStyle/>
        <a:p>
          <a:endParaRPr lang="en-US"/>
        </a:p>
      </dgm:t>
    </dgm:pt>
    <dgm:pt modelId="{D7FE630B-89C4-4B2E-8F8C-43AB8C34D812}">
      <dgm:prSet/>
      <dgm:spPr/>
      <dgm:t>
        <a:bodyPr/>
        <a:lstStyle/>
        <a:p>
          <a:r>
            <a:rPr lang="en-GB" b="0" i="0" u="none" dirty="0"/>
            <a:t>Leadership behaviours were most associated with service improvement </a:t>
          </a:r>
          <a:endParaRPr lang="en-US" dirty="0"/>
        </a:p>
      </dgm:t>
    </dgm:pt>
    <dgm:pt modelId="{836D0798-D245-4BF3-B25D-5CD47F8F9708}" type="parTrans" cxnId="{24A507BE-202F-4D9F-AA26-6AF284A73276}">
      <dgm:prSet/>
      <dgm:spPr/>
      <dgm:t>
        <a:bodyPr/>
        <a:lstStyle/>
        <a:p>
          <a:endParaRPr lang="en-US"/>
        </a:p>
      </dgm:t>
    </dgm:pt>
    <dgm:pt modelId="{BF19DA5B-E940-461F-A240-2AF4074C1584}" type="sibTrans" cxnId="{24A507BE-202F-4D9F-AA26-6AF284A73276}">
      <dgm:prSet/>
      <dgm:spPr/>
      <dgm:t>
        <a:bodyPr/>
        <a:lstStyle/>
        <a:p>
          <a:endParaRPr lang="en-US"/>
        </a:p>
      </dgm:t>
    </dgm:pt>
    <dgm:pt modelId="{69B30FDC-C9B3-4090-8005-155A6EAE685D}">
      <dgm:prSet/>
      <dgm:spPr/>
      <dgm:t>
        <a:bodyPr/>
        <a:lstStyle/>
        <a:p>
          <a:r>
            <a:rPr lang="en-GB" dirty="0"/>
            <a:t>Valuing the skills and expertise of others</a:t>
          </a:r>
          <a:endParaRPr lang="en-US" dirty="0"/>
        </a:p>
      </dgm:t>
    </dgm:pt>
    <dgm:pt modelId="{F180A41A-99ED-4FF9-9D58-9CAD9A742712}" type="parTrans" cxnId="{64742FD1-390A-4CD4-BDDD-D4F2D46909F7}">
      <dgm:prSet/>
      <dgm:spPr/>
      <dgm:t>
        <a:bodyPr/>
        <a:lstStyle/>
        <a:p>
          <a:endParaRPr lang="en-US"/>
        </a:p>
      </dgm:t>
    </dgm:pt>
    <dgm:pt modelId="{BF69020A-0E26-4194-A021-E9EEFCB95579}" type="sibTrans" cxnId="{64742FD1-390A-4CD4-BDDD-D4F2D46909F7}">
      <dgm:prSet/>
      <dgm:spPr/>
      <dgm:t>
        <a:bodyPr/>
        <a:lstStyle/>
        <a:p>
          <a:endParaRPr lang="en-US"/>
        </a:p>
      </dgm:t>
    </dgm:pt>
    <dgm:pt modelId="{A5804FAA-6AAB-4B9C-BA6F-CE1140B52279}">
      <dgm:prSet/>
      <dgm:spPr/>
      <dgm:t>
        <a:bodyPr/>
        <a:lstStyle/>
        <a:p>
          <a:r>
            <a:rPr lang="en-GB" dirty="0"/>
            <a:t>Better patient experience is evident in organisations where staff engagement is higher.</a:t>
          </a:r>
          <a:endParaRPr lang="en-US" dirty="0"/>
        </a:p>
      </dgm:t>
    </dgm:pt>
    <dgm:pt modelId="{7A301DB8-104F-4639-9A47-8538411502CE}" type="parTrans" cxnId="{883D4D8B-9513-4983-8586-FF9FFE421884}">
      <dgm:prSet/>
      <dgm:spPr/>
      <dgm:t>
        <a:bodyPr/>
        <a:lstStyle/>
        <a:p>
          <a:endParaRPr lang="en-US"/>
        </a:p>
      </dgm:t>
    </dgm:pt>
    <dgm:pt modelId="{45855541-63AB-459F-9992-F91A8FB92E87}" type="sibTrans" cxnId="{883D4D8B-9513-4983-8586-FF9FFE421884}">
      <dgm:prSet/>
      <dgm:spPr/>
      <dgm:t>
        <a:bodyPr/>
        <a:lstStyle/>
        <a:p>
          <a:endParaRPr lang="en-US"/>
        </a:p>
      </dgm:t>
    </dgm:pt>
    <dgm:pt modelId="{F982D5B0-1FF5-4BE6-AD59-CF4711ED446A}">
      <dgm:prSet/>
      <dgm:spPr/>
      <dgm:t>
        <a:bodyPr/>
        <a:lstStyle/>
        <a:p>
          <a:pPr>
            <a:buFont typeface="Times New Roman" panose="02020603050405020304" pitchFamily="18" charset="0"/>
            <a:buChar char="•"/>
          </a:pPr>
          <a:r>
            <a:rPr lang="en-GB" dirty="0"/>
            <a:t>Seeking, understanding and valuing the viewpoint of others</a:t>
          </a:r>
        </a:p>
      </dgm:t>
    </dgm:pt>
    <dgm:pt modelId="{F503906D-0F58-41FE-9F72-D842444B1ABF}" type="parTrans" cxnId="{CAA5872F-624A-426A-9845-4CFF15C51773}">
      <dgm:prSet/>
      <dgm:spPr/>
      <dgm:t>
        <a:bodyPr/>
        <a:lstStyle/>
        <a:p>
          <a:endParaRPr lang="en-US"/>
        </a:p>
      </dgm:t>
    </dgm:pt>
    <dgm:pt modelId="{83C8FC7C-6D08-4169-BDEB-FD386482CB38}" type="sibTrans" cxnId="{CAA5872F-624A-426A-9845-4CFF15C51773}">
      <dgm:prSet/>
      <dgm:spPr/>
      <dgm:t>
        <a:bodyPr/>
        <a:lstStyle/>
        <a:p>
          <a:endParaRPr lang="en-US"/>
        </a:p>
      </dgm:t>
    </dgm:pt>
    <dgm:pt modelId="{1D2C002B-C4DE-4D71-9698-3EB0016AFC64}">
      <dgm:prSet/>
      <dgm:spPr/>
      <dgm:t>
        <a:bodyPr/>
        <a:lstStyle/>
        <a:p>
          <a:pPr>
            <a:buFont typeface="Times New Roman" panose="02020603050405020304" pitchFamily="18" charset="0"/>
            <a:buChar char="•"/>
          </a:pPr>
          <a:r>
            <a:rPr lang="en-GB"/>
            <a:t>Building confidence and trust in others</a:t>
          </a:r>
        </a:p>
      </dgm:t>
    </dgm:pt>
    <dgm:pt modelId="{4E72D3F0-B2EE-49E3-8C97-8B37F6A2CD6F}" type="parTrans" cxnId="{20326B5E-C9D7-4373-85B1-BF330558CB6C}">
      <dgm:prSet/>
      <dgm:spPr/>
      <dgm:t>
        <a:bodyPr/>
        <a:lstStyle/>
        <a:p>
          <a:endParaRPr lang="en-US"/>
        </a:p>
      </dgm:t>
    </dgm:pt>
    <dgm:pt modelId="{2F76631C-B6A2-4264-BAA4-47F2C9235C8A}" type="sibTrans" cxnId="{20326B5E-C9D7-4373-85B1-BF330558CB6C}">
      <dgm:prSet/>
      <dgm:spPr/>
      <dgm:t>
        <a:bodyPr/>
        <a:lstStyle/>
        <a:p>
          <a:endParaRPr lang="en-US"/>
        </a:p>
      </dgm:t>
    </dgm:pt>
    <dgm:pt modelId="{62A20D55-7E2D-440B-936A-77307DBC8D39}">
      <dgm:prSet/>
      <dgm:spPr/>
      <dgm:t>
        <a:bodyPr/>
        <a:lstStyle/>
        <a:p>
          <a:pPr>
            <a:buFont typeface="Times New Roman" panose="02020603050405020304" pitchFamily="18" charset="0"/>
            <a:buChar char="•"/>
          </a:pPr>
          <a:r>
            <a:rPr lang="en-GB" dirty="0"/>
            <a:t>Facilitating cooperation and collaboration.</a:t>
          </a:r>
        </a:p>
      </dgm:t>
    </dgm:pt>
    <dgm:pt modelId="{46A413CA-06D5-46A7-81E6-AFF8C75F928E}" type="parTrans" cxnId="{8C76EEB0-A1D2-42C8-BB85-C6554898AD18}">
      <dgm:prSet/>
      <dgm:spPr/>
      <dgm:t>
        <a:bodyPr/>
        <a:lstStyle/>
        <a:p>
          <a:endParaRPr lang="en-US"/>
        </a:p>
      </dgm:t>
    </dgm:pt>
    <dgm:pt modelId="{D881C67A-F9B5-492E-A97F-370409F076A6}" type="sibTrans" cxnId="{8C76EEB0-A1D2-42C8-BB85-C6554898AD18}">
      <dgm:prSet/>
      <dgm:spPr/>
      <dgm:t>
        <a:bodyPr/>
        <a:lstStyle/>
        <a:p>
          <a:endParaRPr lang="en-US"/>
        </a:p>
      </dgm:t>
    </dgm:pt>
    <dgm:pt modelId="{57BD0CBA-BFF4-4D42-AB13-4C780BE0FD2D}" type="pres">
      <dgm:prSet presAssocID="{5918B5F3-6C8C-475C-B777-F3949B1D57DA}" presName="linear" presStyleCnt="0">
        <dgm:presLayoutVars>
          <dgm:animLvl val="lvl"/>
          <dgm:resizeHandles val="exact"/>
        </dgm:presLayoutVars>
      </dgm:prSet>
      <dgm:spPr/>
    </dgm:pt>
    <dgm:pt modelId="{F9109A00-8087-4872-BA0B-FEF114BEE680}" type="pres">
      <dgm:prSet presAssocID="{3C53AB66-D557-4DFA-AC95-14B32957B93B}" presName="parentText" presStyleLbl="node1" presStyleIdx="0" presStyleCnt="5">
        <dgm:presLayoutVars>
          <dgm:chMax val="0"/>
          <dgm:bulletEnabled val="1"/>
        </dgm:presLayoutVars>
      </dgm:prSet>
      <dgm:spPr/>
    </dgm:pt>
    <dgm:pt modelId="{6A67A311-DC23-4B57-9A22-CA78C2BCDF3F}" type="pres">
      <dgm:prSet presAssocID="{C806F990-0CBA-4F3C-881A-DF2DDE89D9F4}" presName="spacer" presStyleCnt="0"/>
      <dgm:spPr/>
    </dgm:pt>
    <dgm:pt modelId="{BFA63490-9686-4A0E-B088-AC24A2900D3F}" type="pres">
      <dgm:prSet presAssocID="{E30AAF9C-EFCB-4944-8C65-CC7FCA40D600}" presName="parentText" presStyleLbl="node1" presStyleIdx="1" presStyleCnt="5">
        <dgm:presLayoutVars>
          <dgm:chMax val="0"/>
          <dgm:bulletEnabled val="1"/>
        </dgm:presLayoutVars>
      </dgm:prSet>
      <dgm:spPr/>
    </dgm:pt>
    <dgm:pt modelId="{9C2E19F3-1E6C-472D-A320-69E28E37C6D7}" type="pres">
      <dgm:prSet presAssocID="{C6CFCA81-EEE5-456D-BCEC-E4AC2762C075}" presName="spacer" presStyleCnt="0"/>
      <dgm:spPr/>
    </dgm:pt>
    <dgm:pt modelId="{AFF23A62-A6CE-49C4-9325-680983F31FAF}" type="pres">
      <dgm:prSet presAssocID="{F771E0C6-3076-4BC1-9A2B-DFEAE3857A93}" presName="parentText" presStyleLbl="node1" presStyleIdx="2" presStyleCnt="5">
        <dgm:presLayoutVars>
          <dgm:chMax val="0"/>
          <dgm:bulletEnabled val="1"/>
        </dgm:presLayoutVars>
      </dgm:prSet>
      <dgm:spPr/>
    </dgm:pt>
    <dgm:pt modelId="{24337DCD-1BA3-42E8-8E87-C9B31393C8BF}" type="pres">
      <dgm:prSet presAssocID="{686CC961-107D-4A9E-B1F2-3782C27DA795}" presName="spacer" presStyleCnt="0"/>
      <dgm:spPr/>
    </dgm:pt>
    <dgm:pt modelId="{2A2AA41A-E74A-420F-8CBB-F994A2D6B4C7}" type="pres">
      <dgm:prSet presAssocID="{D7FE630B-89C4-4B2E-8F8C-43AB8C34D812}" presName="parentText" presStyleLbl="node1" presStyleIdx="3" presStyleCnt="5">
        <dgm:presLayoutVars>
          <dgm:chMax val="0"/>
          <dgm:bulletEnabled val="1"/>
        </dgm:presLayoutVars>
      </dgm:prSet>
      <dgm:spPr/>
    </dgm:pt>
    <dgm:pt modelId="{3686D7FB-68D4-4C35-96BD-924641F4BB32}" type="pres">
      <dgm:prSet presAssocID="{D7FE630B-89C4-4B2E-8F8C-43AB8C34D812}" presName="childText" presStyleLbl="revTx" presStyleIdx="0" presStyleCnt="1">
        <dgm:presLayoutVars>
          <dgm:bulletEnabled val="1"/>
        </dgm:presLayoutVars>
      </dgm:prSet>
      <dgm:spPr/>
    </dgm:pt>
    <dgm:pt modelId="{320DACA1-1281-44FA-8967-2E0EFB21450B}" type="pres">
      <dgm:prSet presAssocID="{A5804FAA-6AAB-4B9C-BA6F-CE1140B52279}" presName="parentText" presStyleLbl="node1" presStyleIdx="4" presStyleCnt="5">
        <dgm:presLayoutVars>
          <dgm:chMax val="0"/>
          <dgm:bulletEnabled val="1"/>
        </dgm:presLayoutVars>
      </dgm:prSet>
      <dgm:spPr/>
    </dgm:pt>
  </dgm:ptLst>
  <dgm:cxnLst>
    <dgm:cxn modelId="{230E6413-14BB-422D-AB9B-A2306F823C38}" srcId="{5918B5F3-6C8C-475C-B777-F3949B1D57DA}" destId="{E30AAF9C-EFCB-4944-8C65-CC7FCA40D600}" srcOrd="1" destOrd="0" parTransId="{EDE94EBD-8F7B-4049-8700-7E0C5D7F9A50}" sibTransId="{C6CFCA81-EEE5-456D-BCEC-E4AC2762C075}"/>
    <dgm:cxn modelId="{F3C21F1B-62DB-4628-B5CB-218EA9B230E6}" type="presOf" srcId="{69B30FDC-C9B3-4090-8005-155A6EAE685D}" destId="{3686D7FB-68D4-4C35-96BD-924641F4BB32}" srcOrd="0" destOrd="0" presId="urn:microsoft.com/office/officeart/2005/8/layout/vList2"/>
    <dgm:cxn modelId="{B3786A1D-E370-4115-9F1B-E3EDB3D073A0}" type="presOf" srcId="{F771E0C6-3076-4BC1-9A2B-DFEAE3857A93}" destId="{AFF23A62-A6CE-49C4-9325-680983F31FAF}" srcOrd="0" destOrd="0" presId="urn:microsoft.com/office/officeart/2005/8/layout/vList2"/>
    <dgm:cxn modelId="{CAA5872F-624A-426A-9845-4CFF15C51773}" srcId="{D7FE630B-89C4-4B2E-8F8C-43AB8C34D812}" destId="{F982D5B0-1FF5-4BE6-AD59-CF4711ED446A}" srcOrd="1" destOrd="0" parTransId="{F503906D-0F58-41FE-9F72-D842444B1ABF}" sibTransId="{83C8FC7C-6D08-4169-BDEB-FD386482CB38}"/>
    <dgm:cxn modelId="{3D99113C-5089-4777-89C7-4920232AE441}" type="presOf" srcId="{D7FE630B-89C4-4B2E-8F8C-43AB8C34D812}" destId="{2A2AA41A-E74A-420F-8CBB-F994A2D6B4C7}" srcOrd="0" destOrd="0" presId="urn:microsoft.com/office/officeart/2005/8/layout/vList2"/>
    <dgm:cxn modelId="{20326B5E-C9D7-4373-85B1-BF330558CB6C}" srcId="{D7FE630B-89C4-4B2E-8F8C-43AB8C34D812}" destId="{1D2C002B-C4DE-4D71-9698-3EB0016AFC64}" srcOrd="2" destOrd="0" parTransId="{4E72D3F0-B2EE-49E3-8C97-8B37F6A2CD6F}" sibTransId="{2F76631C-B6A2-4264-BAA4-47F2C9235C8A}"/>
    <dgm:cxn modelId="{1C136467-274D-4860-9249-95A7AA683EBC}" type="presOf" srcId="{5918B5F3-6C8C-475C-B777-F3949B1D57DA}" destId="{57BD0CBA-BFF4-4D42-AB13-4C780BE0FD2D}" srcOrd="0" destOrd="0" presId="urn:microsoft.com/office/officeart/2005/8/layout/vList2"/>
    <dgm:cxn modelId="{892A644F-E574-4A75-B193-443EADE380FF}" srcId="{5918B5F3-6C8C-475C-B777-F3949B1D57DA}" destId="{F771E0C6-3076-4BC1-9A2B-DFEAE3857A93}" srcOrd="2" destOrd="0" parTransId="{FDB39C81-0EC8-4D1D-99C7-9493994C476E}" sibTransId="{686CC961-107D-4A9E-B1F2-3782C27DA795}"/>
    <dgm:cxn modelId="{F1E99054-2A7B-4538-ADCE-9B0D30A575EB}" type="presOf" srcId="{F982D5B0-1FF5-4BE6-AD59-CF4711ED446A}" destId="{3686D7FB-68D4-4C35-96BD-924641F4BB32}" srcOrd="0" destOrd="1" presId="urn:microsoft.com/office/officeart/2005/8/layout/vList2"/>
    <dgm:cxn modelId="{60C4635A-220F-4787-905E-372E90260FBC}" type="presOf" srcId="{3C53AB66-D557-4DFA-AC95-14B32957B93B}" destId="{F9109A00-8087-4872-BA0B-FEF114BEE680}" srcOrd="0" destOrd="0" presId="urn:microsoft.com/office/officeart/2005/8/layout/vList2"/>
    <dgm:cxn modelId="{883D4D8B-9513-4983-8586-FF9FFE421884}" srcId="{5918B5F3-6C8C-475C-B777-F3949B1D57DA}" destId="{A5804FAA-6AAB-4B9C-BA6F-CE1140B52279}" srcOrd="4" destOrd="0" parTransId="{7A301DB8-104F-4639-9A47-8538411502CE}" sibTransId="{45855541-63AB-459F-9992-F91A8FB92E87}"/>
    <dgm:cxn modelId="{6C366B99-C58D-4B37-973B-CD57B3787681}" type="presOf" srcId="{62A20D55-7E2D-440B-936A-77307DBC8D39}" destId="{3686D7FB-68D4-4C35-96BD-924641F4BB32}" srcOrd="0" destOrd="3" presId="urn:microsoft.com/office/officeart/2005/8/layout/vList2"/>
    <dgm:cxn modelId="{8C76EEB0-A1D2-42C8-BB85-C6554898AD18}" srcId="{D7FE630B-89C4-4B2E-8F8C-43AB8C34D812}" destId="{62A20D55-7E2D-440B-936A-77307DBC8D39}" srcOrd="3" destOrd="0" parTransId="{46A413CA-06D5-46A7-81E6-AFF8C75F928E}" sibTransId="{D881C67A-F9B5-492E-A97F-370409F076A6}"/>
    <dgm:cxn modelId="{24A507BE-202F-4D9F-AA26-6AF284A73276}" srcId="{5918B5F3-6C8C-475C-B777-F3949B1D57DA}" destId="{D7FE630B-89C4-4B2E-8F8C-43AB8C34D812}" srcOrd="3" destOrd="0" parTransId="{836D0798-D245-4BF3-B25D-5CD47F8F9708}" sibTransId="{BF19DA5B-E940-461F-A240-2AF4074C1584}"/>
    <dgm:cxn modelId="{AAF4E0C9-C74E-4A90-A4D2-961E253ACA53}" type="presOf" srcId="{A5804FAA-6AAB-4B9C-BA6F-CE1140B52279}" destId="{320DACA1-1281-44FA-8967-2E0EFB21450B}" srcOrd="0" destOrd="0" presId="urn:microsoft.com/office/officeart/2005/8/layout/vList2"/>
    <dgm:cxn modelId="{64742FD1-390A-4CD4-BDDD-D4F2D46909F7}" srcId="{D7FE630B-89C4-4B2E-8F8C-43AB8C34D812}" destId="{69B30FDC-C9B3-4090-8005-155A6EAE685D}" srcOrd="0" destOrd="0" parTransId="{F180A41A-99ED-4FF9-9D58-9CAD9A742712}" sibTransId="{BF69020A-0E26-4194-A021-E9EEFCB95579}"/>
    <dgm:cxn modelId="{E8361EDA-07C9-4BC6-BAA0-F7C5D4D8DFE3}" type="presOf" srcId="{E30AAF9C-EFCB-4944-8C65-CC7FCA40D600}" destId="{BFA63490-9686-4A0E-B088-AC24A2900D3F}" srcOrd="0" destOrd="0" presId="urn:microsoft.com/office/officeart/2005/8/layout/vList2"/>
    <dgm:cxn modelId="{99612CDA-3E70-48E7-88C8-627077A7B371}" srcId="{5918B5F3-6C8C-475C-B777-F3949B1D57DA}" destId="{3C53AB66-D557-4DFA-AC95-14B32957B93B}" srcOrd="0" destOrd="0" parTransId="{4664EB46-A01B-420A-96EF-005AE3707E40}" sibTransId="{C806F990-0CBA-4F3C-881A-DF2DDE89D9F4}"/>
    <dgm:cxn modelId="{C787D1FA-42BE-45C3-AAA5-7F64D27EC94E}" type="presOf" srcId="{1D2C002B-C4DE-4D71-9698-3EB0016AFC64}" destId="{3686D7FB-68D4-4C35-96BD-924641F4BB32}" srcOrd="0" destOrd="2" presId="urn:microsoft.com/office/officeart/2005/8/layout/vList2"/>
    <dgm:cxn modelId="{CC6DB704-38C1-46C8-90D6-217AFE5B8049}" type="presParOf" srcId="{57BD0CBA-BFF4-4D42-AB13-4C780BE0FD2D}" destId="{F9109A00-8087-4872-BA0B-FEF114BEE680}" srcOrd="0" destOrd="0" presId="urn:microsoft.com/office/officeart/2005/8/layout/vList2"/>
    <dgm:cxn modelId="{BC9F924D-0D6E-480C-8B4B-3FE76478D7FF}" type="presParOf" srcId="{57BD0CBA-BFF4-4D42-AB13-4C780BE0FD2D}" destId="{6A67A311-DC23-4B57-9A22-CA78C2BCDF3F}" srcOrd="1" destOrd="0" presId="urn:microsoft.com/office/officeart/2005/8/layout/vList2"/>
    <dgm:cxn modelId="{3AA3D150-333B-4158-A8E6-6B63F7EF5778}" type="presParOf" srcId="{57BD0CBA-BFF4-4D42-AB13-4C780BE0FD2D}" destId="{BFA63490-9686-4A0E-B088-AC24A2900D3F}" srcOrd="2" destOrd="0" presId="urn:microsoft.com/office/officeart/2005/8/layout/vList2"/>
    <dgm:cxn modelId="{799BC7A3-C057-4425-9DB2-34B96CAE6A7D}" type="presParOf" srcId="{57BD0CBA-BFF4-4D42-AB13-4C780BE0FD2D}" destId="{9C2E19F3-1E6C-472D-A320-69E28E37C6D7}" srcOrd="3" destOrd="0" presId="urn:microsoft.com/office/officeart/2005/8/layout/vList2"/>
    <dgm:cxn modelId="{1C2D5BF8-3CAA-4FC3-AA34-4B06543A8AB7}" type="presParOf" srcId="{57BD0CBA-BFF4-4D42-AB13-4C780BE0FD2D}" destId="{AFF23A62-A6CE-49C4-9325-680983F31FAF}" srcOrd="4" destOrd="0" presId="urn:microsoft.com/office/officeart/2005/8/layout/vList2"/>
    <dgm:cxn modelId="{65C4F3FA-99B7-4621-80FF-49FBEFA1E31F}" type="presParOf" srcId="{57BD0CBA-BFF4-4D42-AB13-4C780BE0FD2D}" destId="{24337DCD-1BA3-42E8-8E87-C9B31393C8BF}" srcOrd="5" destOrd="0" presId="urn:microsoft.com/office/officeart/2005/8/layout/vList2"/>
    <dgm:cxn modelId="{0BC87277-AB1B-4A8A-BCF0-80D6403C33B6}" type="presParOf" srcId="{57BD0CBA-BFF4-4D42-AB13-4C780BE0FD2D}" destId="{2A2AA41A-E74A-420F-8CBB-F994A2D6B4C7}" srcOrd="6" destOrd="0" presId="urn:microsoft.com/office/officeart/2005/8/layout/vList2"/>
    <dgm:cxn modelId="{83669C89-76FD-4597-A657-76ECA11D6DD0}" type="presParOf" srcId="{57BD0CBA-BFF4-4D42-AB13-4C780BE0FD2D}" destId="{3686D7FB-68D4-4C35-96BD-924641F4BB32}" srcOrd="7" destOrd="0" presId="urn:microsoft.com/office/officeart/2005/8/layout/vList2"/>
    <dgm:cxn modelId="{DE97CBAB-DEC6-4686-B347-2EBBBF69B37F}" type="presParOf" srcId="{57BD0CBA-BFF4-4D42-AB13-4C780BE0FD2D}" destId="{320DACA1-1281-44FA-8967-2E0EFB21450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124B501-E960-44D0-8755-4CBC09283297}" type="doc">
      <dgm:prSet loTypeId="urn:microsoft.com/office/officeart/2005/8/layout/vList2" loCatId="list" qsTypeId="urn:microsoft.com/office/officeart/2005/8/quickstyle/simple2" qsCatId="simple" csTypeId="urn:microsoft.com/office/officeart/2005/8/colors/accent4_3" csCatId="accent4" phldr="1"/>
      <dgm:spPr/>
      <dgm:t>
        <a:bodyPr/>
        <a:lstStyle/>
        <a:p>
          <a:endParaRPr lang="en-US"/>
        </a:p>
      </dgm:t>
    </dgm:pt>
    <dgm:pt modelId="{85F28F7B-6C02-4AE2-9E8B-3A3129C097FE}">
      <dgm:prSet/>
      <dgm:spPr/>
      <dgm:t>
        <a:bodyPr/>
        <a:lstStyle/>
        <a:p>
          <a:r>
            <a:rPr lang="en-GB" dirty="0"/>
            <a:t>The quality of relationships between clinicians and managers in a healthcare organisation affects Care</a:t>
          </a:r>
          <a:endParaRPr lang="en-US" dirty="0"/>
        </a:p>
      </dgm:t>
    </dgm:pt>
    <dgm:pt modelId="{DF985BDE-A6E8-4902-8C1A-D78A836E9DFA}" type="parTrans" cxnId="{68009D70-8E88-4726-A104-ECC058EAD6FF}">
      <dgm:prSet/>
      <dgm:spPr/>
      <dgm:t>
        <a:bodyPr/>
        <a:lstStyle/>
        <a:p>
          <a:endParaRPr lang="en-US"/>
        </a:p>
      </dgm:t>
    </dgm:pt>
    <dgm:pt modelId="{DE204496-2B18-43BF-96CC-C1C3AA5A4642}" type="sibTrans" cxnId="{68009D70-8E88-4726-A104-ECC058EAD6FF}">
      <dgm:prSet/>
      <dgm:spPr/>
      <dgm:t>
        <a:bodyPr/>
        <a:lstStyle/>
        <a:p>
          <a:endParaRPr lang="en-US"/>
        </a:p>
      </dgm:t>
    </dgm:pt>
    <dgm:pt modelId="{FA9B76DC-6634-4329-9DD7-EA6929BED641}">
      <dgm:prSet/>
      <dgm:spPr/>
      <dgm:t>
        <a:bodyPr/>
        <a:lstStyle/>
        <a:p>
          <a:r>
            <a:rPr lang="en-GB" dirty="0"/>
            <a:t>Clinical innovation stems from blending clinical and managerial skillsets</a:t>
          </a:r>
          <a:endParaRPr lang="en-US" dirty="0"/>
        </a:p>
      </dgm:t>
    </dgm:pt>
    <dgm:pt modelId="{32998C0D-BEE3-4D28-A6E5-173FB8BA9F5B}" type="parTrans" cxnId="{20EF2F4E-9762-4482-A5FA-700377F5230A}">
      <dgm:prSet/>
      <dgm:spPr/>
      <dgm:t>
        <a:bodyPr/>
        <a:lstStyle/>
        <a:p>
          <a:endParaRPr lang="en-US"/>
        </a:p>
      </dgm:t>
    </dgm:pt>
    <dgm:pt modelId="{7061B2B0-574D-4350-B156-2AF85378485B}" type="sibTrans" cxnId="{20EF2F4E-9762-4482-A5FA-700377F5230A}">
      <dgm:prSet/>
      <dgm:spPr/>
      <dgm:t>
        <a:bodyPr/>
        <a:lstStyle/>
        <a:p>
          <a:endParaRPr lang="en-US"/>
        </a:p>
      </dgm:t>
    </dgm:pt>
    <dgm:pt modelId="{9EFA652B-7E09-45DF-BB6D-CDCD957A9FC1}">
      <dgm:prSet/>
      <dgm:spPr/>
      <dgm:t>
        <a:bodyPr/>
        <a:lstStyle/>
        <a:p>
          <a:r>
            <a:rPr lang="en-GB" dirty="0"/>
            <a:t>Innovations are more likely to be successful if they are built on good manager-clinician relations</a:t>
          </a:r>
          <a:endParaRPr lang="en-US" dirty="0"/>
        </a:p>
      </dgm:t>
    </dgm:pt>
    <dgm:pt modelId="{65A2A923-058F-43E0-8AC4-1C785AF3B533}" type="parTrans" cxnId="{3129C123-EC9B-45C3-BE63-1EFA8B3AE86B}">
      <dgm:prSet/>
      <dgm:spPr/>
      <dgm:t>
        <a:bodyPr/>
        <a:lstStyle/>
        <a:p>
          <a:endParaRPr lang="en-US"/>
        </a:p>
      </dgm:t>
    </dgm:pt>
    <dgm:pt modelId="{7BBFC6AF-CBBC-4407-B280-281D32950240}" type="sibTrans" cxnId="{3129C123-EC9B-45C3-BE63-1EFA8B3AE86B}">
      <dgm:prSet/>
      <dgm:spPr/>
      <dgm:t>
        <a:bodyPr/>
        <a:lstStyle/>
        <a:p>
          <a:endParaRPr lang="en-US"/>
        </a:p>
      </dgm:t>
    </dgm:pt>
    <dgm:pt modelId="{40C57C25-00C3-43BE-ABEB-76423CA04EDB}">
      <dgm:prSet/>
      <dgm:spPr/>
      <dgm:t>
        <a:bodyPr/>
        <a:lstStyle/>
        <a:p>
          <a:r>
            <a:rPr lang="en-GB"/>
            <a:t>Partnership between clinical leaders and experienced managers is a key leadership factor</a:t>
          </a:r>
          <a:endParaRPr lang="en-US"/>
        </a:p>
      </dgm:t>
    </dgm:pt>
    <dgm:pt modelId="{7796B8A5-F1BC-4589-9662-F0ACF89718AD}" type="parTrans" cxnId="{4AC042F3-197E-49F2-9F3A-950DDD85D0FF}">
      <dgm:prSet/>
      <dgm:spPr/>
      <dgm:t>
        <a:bodyPr/>
        <a:lstStyle/>
        <a:p>
          <a:endParaRPr lang="en-US"/>
        </a:p>
      </dgm:t>
    </dgm:pt>
    <dgm:pt modelId="{1D1AD591-AF89-44F3-A970-D62C332CD3FA}" type="sibTrans" cxnId="{4AC042F3-197E-49F2-9F3A-950DDD85D0FF}">
      <dgm:prSet/>
      <dgm:spPr/>
      <dgm:t>
        <a:bodyPr/>
        <a:lstStyle/>
        <a:p>
          <a:endParaRPr lang="en-US"/>
        </a:p>
      </dgm:t>
    </dgm:pt>
    <dgm:pt modelId="{9F43B165-F808-4EA6-B08F-81713F6E54B2}" type="pres">
      <dgm:prSet presAssocID="{D124B501-E960-44D0-8755-4CBC09283297}" presName="linear" presStyleCnt="0">
        <dgm:presLayoutVars>
          <dgm:animLvl val="lvl"/>
          <dgm:resizeHandles val="exact"/>
        </dgm:presLayoutVars>
      </dgm:prSet>
      <dgm:spPr/>
    </dgm:pt>
    <dgm:pt modelId="{9BD30836-5D5B-443F-8D8C-3946A9271442}" type="pres">
      <dgm:prSet presAssocID="{85F28F7B-6C02-4AE2-9E8B-3A3129C097FE}" presName="parentText" presStyleLbl="node1" presStyleIdx="0" presStyleCnt="4">
        <dgm:presLayoutVars>
          <dgm:chMax val="0"/>
          <dgm:bulletEnabled val="1"/>
        </dgm:presLayoutVars>
      </dgm:prSet>
      <dgm:spPr/>
    </dgm:pt>
    <dgm:pt modelId="{6EDB49FC-724C-4090-862A-E931A8E590A9}" type="pres">
      <dgm:prSet presAssocID="{DE204496-2B18-43BF-96CC-C1C3AA5A4642}" presName="spacer" presStyleCnt="0"/>
      <dgm:spPr/>
    </dgm:pt>
    <dgm:pt modelId="{0BB000DA-F9CB-45AA-9501-968C84FFF200}" type="pres">
      <dgm:prSet presAssocID="{FA9B76DC-6634-4329-9DD7-EA6929BED641}" presName="parentText" presStyleLbl="node1" presStyleIdx="1" presStyleCnt="4">
        <dgm:presLayoutVars>
          <dgm:chMax val="0"/>
          <dgm:bulletEnabled val="1"/>
        </dgm:presLayoutVars>
      </dgm:prSet>
      <dgm:spPr/>
    </dgm:pt>
    <dgm:pt modelId="{8E4462EE-7D90-421A-BAA5-2F38C2250584}" type="pres">
      <dgm:prSet presAssocID="{7061B2B0-574D-4350-B156-2AF85378485B}" presName="spacer" presStyleCnt="0"/>
      <dgm:spPr/>
    </dgm:pt>
    <dgm:pt modelId="{1BFA6A84-9032-4B44-8CE6-2E0C5FB489AA}" type="pres">
      <dgm:prSet presAssocID="{9EFA652B-7E09-45DF-BB6D-CDCD957A9FC1}" presName="parentText" presStyleLbl="node1" presStyleIdx="2" presStyleCnt="4">
        <dgm:presLayoutVars>
          <dgm:chMax val="0"/>
          <dgm:bulletEnabled val="1"/>
        </dgm:presLayoutVars>
      </dgm:prSet>
      <dgm:spPr/>
    </dgm:pt>
    <dgm:pt modelId="{B76264D5-613C-424F-8D46-7A99CE517C89}" type="pres">
      <dgm:prSet presAssocID="{7BBFC6AF-CBBC-4407-B280-281D32950240}" presName="spacer" presStyleCnt="0"/>
      <dgm:spPr/>
    </dgm:pt>
    <dgm:pt modelId="{E6A958B7-A73D-453B-962A-7F766242AACD}" type="pres">
      <dgm:prSet presAssocID="{40C57C25-00C3-43BE-ABEB-76423CA04EDB}" presName="parentText" presStyleLbl="node1" presStyleIdx="3" presStyleCnt="4">
        <dgm:presLayoutVars>
          <dgm:chMax val="0"/>
          <dgm:bulletEnabled val="1"/>
        </dgm:presLayoutVars>
      </dgm:prSet>
      <dgm:spPr/>
    </dgm:pt>
  </dgm:ptLst>
  <dgm:cxnLst>
    <dgm:cxn modelId="{3129C123-EC9B-45C3-BE63-1EFA8B3AE86B}" srcId="{D124B501-E960-44D0-8755-4CBC09283297}" destId="{9EFA652B-7E09-45DF-BB6D-CDCD957A9FC1}" srcOrd="2" destOrd="0" parTransId="{65A2A923-058F-43E0-8AC4-1C785AF3B533}" sibTransId="{7BBFC6AF-CBBC-4407-B280-281D32950240}"/>
    <dgm:cxn modelId="{218F843E-AB5B-40F8-8996-296C284C1168}" type="presOf" srcId="{FA9B76DC-6634-4329-9DD7-EA6929BED641}" destId="{0BB000DA-F9CB-45AA-9501-968C84FFF200}" srcOrd="0" destOrd="0" presId="urn:microsoft.com/office/officeart/2005/8/layout/vList2"/>
    <dgm:cxn modelId="{56A05364-92A2-4448-AC86-EE51BD7FDB0C}" type="presOf" srcId="{D124B501-E960-44D0-8755-4CBC09283297}" destId="{9F43B165-F808-4EA6-B08F-81713F6E54B2}" srcOrd="0" destOrd="0" presId="urn:microsoft.com/office/officeart/2005/8/layout/vList2"/>
    <dgm:cxn modelId="{20EF2F4E-9762-4482-A5FA-700377F5230A}" srcId="{D124B501-E960-44D0-8755-4CBC09283297}" destId="{FA9B76DC-6634-4329-9DD7-EA6929BED641}" srcOrd="1" destOrd="0" parTransId="{32998C0D-BEE3-4D28-A6E5-173FB8BA9F5B}" sibTransId="{7061B2B0-574D-4350-B156-2AF85378485B}"/>
    <dgm:cxn modelId="{68009D70-8E88-4726-A104-ECC058EAD6FF}" srcId="{D124B501-E960-44D0-8755-4CBC09283297}" destId="{85F28F7B-6C02-4AE2-9E8B-3A3129C097FE}" srcOrd="0" destOrd="0" parTransId="{DF985BDE-A6E8-4902-8C1A-D78A836E9DFA}" sibTransId="{DE204496-2B18-43BF-96CC-C1C3AA5A4642}"/>
    <dgm:cxn modelId="{F58BCFC0-7B48-41EB-94C2-4BBCE9266666}" type="presOf" srcId="{9EFA652B-7E09-45DF-BB6D-CDCD957A9FC1}" destId="{1BFA6A84-9032-4B44-8CE6-2E0C5FB489AA}" srcOrd="0" destOrd="0" presId="urn:microsoft.com/office/officeart/2005/8/layout/vList2"/>
    <dgm:cxn modelId="{7C98C9D8-4F03-4A24-AFE0-1D1B298A5F5C}" type="presOf" srcId="{40C57C25-00C3-43BE-ABEB-76423CA04EDB}" destId="{E6A958B7-A73D-453B-962A-7F766242AACD}" srcOrd="0" destOrd="0" presId="urn:microsoft.com/office/officeart/2005/8/layout/vList2"/>
    <dgm:cxn modelId="{4AC042F3-197E-49F2-9F3A-950DDD85D0FF}" srcId="{D124B501-E960-44D0-8755-4CBC09283297}" destId="{40C57C25-00C3-43BE-ABEB-76423CA04EDB}" srcOrd="3" destOrd="0" parTransId="{7796B8A5-F1BC-4589-9662-F0ACF89718AD}" sibTransId="{1D1AD591-AF89-44F3-A970-D62C332CD3FA}"/>
    <dgm:cxn modelId="{478DE1FE-29CA-45F5-96A8-04FD36D71DF0}" type="presOf" srcId="{85F28F7B-6C02-4AE2-9E8B-3A3129C097FE}" destId="{9BD30836-5D5B-443F-8D8C-3946A9271442}" srcOrd="0" destOrd="0" presId="urn:microsoft.com/office/officeart/2005/8/layout/vList2"/>
    <dgm:cxn modelId="{8091E129-9B10-4754-B79A-D50EEFC4420D}" type="presParOf" srcId="{9F43B165-F808-4EA6-B08F-81713F6E54B2}" destId="{9BD30836-5D5B-443F-8D8C-3946A9271442}" srcOrd="0" destOrd="0" presId="urn:microsoft.com/office/officeart/2005/8/layout/vList2"/>
    <dgm:cxn modelId="{9441C9DC-8951-450D-A3C8-3F9D6B99D6D3}" type="presParOf" srcId="{9F43B165-F808-4EA6-B08F-81713F6E54B2}" destId="{6EDB49FC-724C-4090-862A-E931A8E590A9}" srcOrd="1" destOrd="0" presId="urn:microsoft.com/office/officeart/2005/8/layout/vList2"/>
    <dgm:cxn modelId="{0952F1E2-2412-46D4-9D64-06A60C9A5835}" type="presParOf" srcId="{9F43B165-F808-4EA6-B08F-81713F6E54B2}" destId="{0BB000DA-F9CB-45AA-9501-968C84FFF200}" srcOrd="2" destOrd="0" presId="urn:microsoft.com/office/officeart/2005/8/layout/vList2"/>
    <dgm:cxn modelId="{668B7D2E-D60C-4BCD-952F-CBF673A15297}" type="presParOf" srcId="{9F43B165-F808-4EA6-B08F-81713F6E54B2}" destId="{8E4462EE-7D90-421A-BAA5-2F38C2250584}" srcOrd="3" destOrd="0" presId="urn:microsoft.com/office/officeart/2005/8/layout/vList2"/>
    <dgm:cxn modelId="{E07253DD-0BCE-4D9E-9663-3CF670DA833B}" type="presParOf" srcId="{9F43B165-F808-4EA6-B08F-81713F6E54B2}" destId="{1BFA6A84-9032-4B44-8CE6-2E0C5FB489AA}" srcOrd="4" destOrd="0" presId="urn:microsoft.com/office/officeart/2005/8/layout/vList2"/>
    <dgm:cxn modelId="{A1E8030A-109D-48CE-8D8A-8E0825C1882E}" type="presParOf" srcId="{9F43B165-F808-4EA6-B08F-81713F6E54B2}" destId="{B76264D5-613C-424F-8D46-7A99CE517C89}" srcOrd="5" destOrd="0" presId="urn:microsoft.com/office/officeart/2005/8/layout/vList2"/>
    <dgm:cxn modelId="{9AEE9B77-B8F6-4CD1-AF98-11A12B9A5F41}" type="presParOf" srcId="{9F43B165-F808-4EA6-B08F-81713F6E54B2}" destId="{E6A958B7-A73D-453B-962A-7F766242AAC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B2C8FA0-BFBE-4729-9F87-2486FF8AA692}" type="doc">
      <dgm:prSet loTypeId="urn:microsoft.com/office/officeart/2005/8/layout/vProcess5" loCatId="process" qsTypeId="urn:microsoft.com/office/officeart/2005/8/quickstyle/3d1" qsCatId="3D" csTypeId="urn:microsoft.com/office/officeart/2005/8/colors/colorful1" csCatId="colorful" phldr="1"/>
      <dgm:spPr/>
      <dgm:t>
        <a:bodyPr/>
        <a:lstStyle/>
        <a:p>
          <a:endParaRPr lang="en-US"/>
        </a:p>
      </dgm:t>
    </dgm:pt>
    <dgm:pt modelId="{8F0F8D55-0846-4498-B051-EC4F672D35AE}">
      <dgm:prSet/>
      <dgm:spPr/>
      <dgm:t>
        <a:bodyPr/>
        <a:lstStyle/>
        <a:p>
          <a:r>
            <a:rPr lang="en-GB" dirty="0"/>
            <a:t>What can I do as a leader to enhance my leadership approach based on what this evidence tells us?</a:t>
          </a:r>
          <a:endParaRPr lang="en-US" dirty="0"/>
        </a:p>
      </dgm:t>
    </dgm:pt>
    <dgm:pt modelId="{942BBD06-EBBF-46B9-A583-0B1812F9135C}" type="parTrans" cxnId="{8C7EBBFC-4336-4A36-83EC-3DA85559EA02}">
      <dgm:prSet/>
      <dgm:spPr/>
      <dgm:t>
        <a:bodyPr/>
        <a:lstStyle/>
        <a:p>
          <a:endParaRPr lang="en-US"/>
        </a:p>
      </dgm:t>
    </dgm:pt>
    <dgm:pt modelId="{6CAFA057-C94B-4374-A82C-ACF96B0E92AC}" type="sibTrans" cxnId="{8C7EBBFC-4336-4A36-83EC-3DA85559EA02}">
      <dgm:prSet/>
      <dgm:spPr/>
      <dgm:t>
        <a:bodyPr/>
        <a:lstStyle/>
        <a:p>
          <a:endParaRPr lang="en-US"/>
        </a:p>
      </dgm:t>
    </dgm:pt>
    <dgm:pt modelId="{17AC4F31-8325-422E-A550-CCDCB0BADFC1}">
      <dgm:prSet/>
      <dgm:spPr/>
      <dgm:t>
        <a:bodyPr/>
        <a:lstStyle/>
        <a:p>
          <a:r>
            <a:rPr lang="en-GB" dirty="0"/>
            <a:t>As a leadership team, what could we collectively do to enhance our leadership approach based on this evidence?</a:t>
          </a:r>
          <a:endParaRPr lang="en-US" dirty="0"/>
        </a:p>
      </dgm:t>
    </dgm:pt>
    <dgm:pt modelId="{4F811841-DB50-4ECF-AE7E-A5BA60EE71E0}" type="parTrans" cxnId="{A15D4456-9D8F-4C0B-8476-B4A2FDADFAB6}">
      <dgm:prSet/>
      <dgm:spPr/>
      <dgm:t>
        <a:bodyPr/>
        <a:lstStyle/>
        <a:p>
          <a:endParaRPr lang="en-US"/>
        </a:p>
      </dgm:t>
    </dgm:pt>
    <dgm:pt modelId="{9C270794-9BFC-4E1E-BBF1-6B01D8ADB1CA}" type="sibTrans" cxnId="{A15D4456-9D8F-4C0B-8476-B4A2FDADFAB6}">
      <dgm:prSet/>
      <dgm:spPr/>
      <dgm:t>
        <a:bodyPr/>
        <a:lstStyle/>
        <a:p>
          <a:endParaRPr lang="en-US"/>
        </a:p>
      </dgm:t>
    </dgm:pt>
    <dgm:pt modelId="{966D2FF9-B1BD-49DD-9758-5DDE02E67A6D}" type="pres">
      <dgm:prSet presAssocID="{2B2C8FA0-BFBE-4729-9F87-2486FF8AA692}" presName="outerComposite" presStyleCnt="0">
        <dgm:presLayoutVars>
          <dgm:chMax val="5"/>
          <dgm:dir/>
          <dgm:resizeHandles val="exact"/>
        </dgm:presLayoutVars>
      </dgm:prSet>
      <dgm:spPr/>
    </dgm:pt>
    <dgm:pt modelId="{6154CA66-DF11-4B3B-A88B-327734356B54}" type="pres">
      <dgm:prSet presAssocID="{2B2C8FA0-BFBE-4729-9F87-2486FF8AA692}" presName="dummyMaxCanvas" presStyleCnt="0">
        <dgm:presLayoutVars/>
      </dgm:prSet>
      <dgm:spPr/>
    </dgm:pt>
    <dgm:pt modelId="{98034A7C-A744-435D-A8A5-0D2F3EF0C037}" type="pres">
      <dgm:prSet presAssocID="{2B2C8FA0-BFBE-4729-9F87-2486FF8AA692}" presName="TwoNodes_1" presStyleLbl="node1" presStyleIdx="0" presStyleCnt="2">
        <dgm:presLayoutVars>
          <dgm:bulletEnabled val="1"/>
        </dgm:presLayoutVars>
      </dgm:prSet>
      <dgm:spPr/>
    </dgm:pt>
    <dgm:pt modelId="{6E76397F-47AA-4905-9291-27F63D5B3275}" type="pres">
      <dgm:prSet presAssocID="{2B2C8FA0-BFBE-4729-9F87-2486FF8AA692}" presName="TwoNodes_2" presStyleLbl="node1" presStyleIdx="1" presStyleCnt="2">
        <dgm:presLayoutVars>
          <dgm:bulletEnabled val="1"/>
        </dgm:presLayoutVars>
      </dgm:prSet>
      <dgm:spPr/>
    </dgm:pt>
    <dgm:pt modelId="{389367D3-5125-4884-A5EA-07822BDBE9B8}" type="pres">
      <dgm:prSet presAssocID="{2B2C8FA0-BFBE-4729-9F87-2486FF8AA692}" presName="TwoConn_1-2" presStyleLbl="fgAccFollowNode1" presStyleIdx="0" presStyleCnt="1">
        <dgm:presLayoutVars>
          <dgm:bulletEnabled val="1"/>
        </dgm:presLayoutVars>
      </dgm:prSet>
      <dgm:spPr/>
    </dgm:pt>
    <dgm:pt modelId="{A739D7DD-CA97-48B3-9039-D720B14BAABD}" type="pres">
      <dgm:prSet presAssocID="{2B2C8FA0-BFBE-4729-9F87-2486FF8AA692}" presName="TwoNodes_1_text" presStyleLbl="node1" presStyleIdx="1" presStyleCnt="2">
        <dgm:presLayoutVars>
          <dgm:bulletEnabled val="1"/>
        </dgm:presLayoutVars>
      </dgm:prSet>
      <dgm:spPr/>
    </dgm:pt>
    <dgm:pt modelId="{0AF5D941-526A-444A-98CF-657F6921CC7C}" type="pres">
      <dgm:prSet presAssocID="{2B2C8FA0-BFBE-4729-9F87-2486FF8AA692}" presName="TwoNodes_2_text" presStyleLbl="node1" presStyleIdx="1" presStyleCnt="2">
        <dgm:presLayoutVars>
          <dgm:bulletEnabled val="1"/>
        </dgm:presLayoutVars>
      </dgm:prSet>
      <dgm:spPr/>
    </dgm:pt>
  </dgm:ptLst>
  <dgm:cxnLst>
    <dgm:cxn modelId="{BE20F420-17B3-4036-B4B6-5AAA1ED75620}" type="presOf" srcId="{8F0F8D55-0846-4498-B051-EC4F672D35AE}" destId="{A739D7DD-CA97-48B3-9039-D720B14BAABD}" srcOrd="1" destOrd="0" presId="urn:microsoft.com/office/officeart/2005/8/layout/vProcess5"/>
    <dgm:cxn modelId="{CAB0163C-1834-4CB6-90DC-91B3F99451BD}" type="presOf" srcId="{17AC4F31-8325-422E-A550-CCDCB0BADFC1}" destId="{0AF5D941-526A-444A-98CF-657F6921CC7C}" srcOrd="1" destOrd="0" presId="urn:microsoft.com/office/officeart/2005/8/layout/vProcess5"/>
    <dgm:cxn modelId="{E2C07B5C-16AA-47E1-8B91-8069DED51981}" type="presOf" srcId="{6CAFA057-C94B-4374-A82C-ACF96B0E92AC}" destId="{389367D3-5125-4884-A5EA-07822BDBE9B8}" srcOrd="0" destOrd="0" presId="urn:microsoft.com/office/officeart/2005/8/layout/vProcess5"/>
    <dgm:cxn modelId="{A15D4456-9D8F-4C0B-8476-B4A2FDADFAB6}" srcId="{2B2C8FA0-BFBE-4729-9F87-2486FF8AA692}" destId="{17AC4F31-8325-422E-A550-CCDCB0BADFC1}" srcOrd="1" destOrd="0" parTransId="{4F811841-DB50-4ECF-AE7E-A5BA60EE71E0}" sibTransId="{9C270794-9BFC-4E1E-BBF1-6B01D8ADB1CA}"/>
    <dgm:cxn modelId="{3D66D19C-C57F-4249-8E12-01134BE23CF3}" type="presOf" srcId="{8F0F8D55-0846-4498-B051-EC4F672D35AE}" destId="{98034A7C-A744-435D-A8A5-0D2F3EF0C037}" srcOrd="0" destOrd="0" presId="urn:microsoft.com/office/officeart/2005/8/layout/vProcess5"/>
    <dgm:cxn modelId="{4A1008A0-4AA3-43C8-8A12-6C375908995E}" type="presOf" srcId="{2B2C8FA0-BFBE-4729-9F87-2486FF8AA692}" destId="{966D2FF9-B1BD-49DD-9758-5DDE02E67A6D}" srcOrd="0" destOrd="0" presId="urn:microsoft.com/office/officeart/2005/8/layout/vProcess5"/>
    <dgm:cxn modelId="{14AA61BE-3985-4F44-859E-33A9C3C7BDE0}" type="presOf" srcId="{17AC4F31-8325-422E-A550-CCDCB0BADFC1}" destId="{6E76397F-47AA-4905-9291-27F63D5B3275}" srcOrd="0" destOrd="0" presId="urn:microsoft.com/office/officeart/2005/8/layout/vProcess5"/>
    <dgm:cxn modelId="{8C7EBBFC-4336-4A36-83EC-3DA85559EA02}" srcId="{2B2C8FA0-BFBE-4729-9F87-2486FF8AA692}" destId="{8F0F8D55-0846-4498-B051-EC4F672D35AE}" srcOrd="0" destOrd="0" parTransId="{942BBD06-EBBF-46B9-A583-0B1812F9135C}" sibTransId="{6CAFA057-C94B-4374-A82C-ACF96B0E92AC}"/>
    <dgm:cxn modelId="{1A0E02BA-C93E-413D-923D-11B87AB62E25}" type="presParOf" srcId="{966D2FF9-B1BD-49DD-9758-5DDE02E67A6D}" destId="{6154CA66-DF11-4B3B-A88B-327734356B54}" srcOrd="0" destOrd="0" presId="urn:microsoft.com/office/officeart/2005/8/layout/vProcess5"/>
    <dgm:cxn modelId="{3BB70F99-504E-4474-BF32-3DF8AE66191C}" type="presParOf" srcId="{966D2FF9-B1BD-49DD-9758-5DDE02E67A6D}" destId="{98034A7C-A744-435D-A8A5-0D2F3EF0C037}" srcOrd="1" destOrd="0" presId="urn:microsoft.com/office/officeart/2005/8/layout/vProcess5"/>
    <dgm:cxn modelId="{D7187E1B-BDAB-4F2D-A1DC-CB8BEFE8DBAD}" type="presParOf" srcId="{966D2FF9-B1BD-49DD-9758-5DDE02E67A6D}" destId="{6E76397F-47AA-4905-9291-27F63D5B3275}" srcOrd="2" destOrd="0" presId="urn:microsoft.com/office/officeart/2005/8/layout/vProcess5"/>
    <dgm:cxn modelId="{9134986A-6FB9-4F38-9316-A815B08BFBAD}" type="presParOf" srcId="{966D2FF9-B1BD-49DD-9758-5DDE02E67A6D}" destId="{389367D3-5125-4884-A5EA-07822BDBE9B8}" srcOrd="3" destOrd="0" presId="urn:microsoft.com/office/officeart/2005/8/layout/vProcess5"/>
    <dgm:cxn modelId="{B304804E-689C-41DA-8539-5FC3B0058230}" type="presParOf" srcId="{966D2FF9-B1BD-49DD-9758-5DDE02E67A6D}" destId="{A739D7DD-CA97-48B3-9039-D720B14BAABD}" srcOrd="4" destOrd="0" presId="urn:microsoft.com/office/officeart/2005/8/layout/vProcess5"/>
    <dgm:cxn modelId="{AFD3AA36-791B-481F-AB71-E9E65B38AFD7}" type="presParOf" srcId="{966D2FF9-B1BD-49DD-9758-5DDE02E67A6D}" destId="{0AF5D941-526A-444A-98CF-657F6921CC7C}"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E93E3C-A6EB-4DA2-AA09-C9B377372711}">
      <dsp:nvSpPr>
        <dsp:cNvPr id="0" name=""/>
        <dsp:cNvSpPr/>
      </dsp:nvSpPr>
      <dsp:spPr>
        <a:xfrm>
          <a:off x="0" y="0"/>
          <a:ext cx="6960870" cy="0"/>
        </a:xfrm>
        <a:prstGeom prst="line">
          <a:avLst/>
        </a:prstGeom>
        <a:solidFill>
          <a:schemeClr val="accent2">
            <a:shade val="50000"/>
            <a:hueOff val="0"/>
            <a:satOff val="0"/>
            <a:lumOff val="0"/>
            <a:alphaOff val="0"/>
          </a:schemeClr>
        </a:solidFill>
        <a:ln w="25400" cap="flat" cmpd="sng" algn="ctr">
          <a:solidFill>
            <a:schemeClr val="accent2">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EF1B5D-FF19-43FC-837C-011E86079A0A}">
      <dsp:nvSpPr>
        <dsp:cNvPr id="0" name=""/>
        <dsp:cNvSpPr/>
      </dsp:nvSpPr>
      <dsp:spPr>
        <a:xfrm>
          <a:off x="0" y="0"/>
          <a:ext cx="6960870" cy="815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dirty="0"/>
            <a:t>In 2008, Professor John </a:t>
          </a:r>
          <a:r>
            <a:rPr lang="en-GB" sz="2000" kern="1200" dirty="0" err="1"/>
            <a:t>Øvretveit</a:t>
          </a:r>
          <a:r>
            <a:rPr lang="en-GB" sz="2000" kern="1200" dirty="0"/>
            <a:t> healthcare management how leadership was linked to healthcare improvement</a:t>
          </a:r>
          <a:endParaRPr lang="en-US" sz="2000" kern="1200" dirty="0"/>
        </a:p>
      </dsp:txBody>
      <dsp:txXfrm>
        <a:off x="0" y="0"/>
        <a:ext cx="6960870" cy="815875"/>
      </dsp:txXfrm>
    </dsp:sp>
    <dsp:sp modelId="{1EF49F6B-9070-40C4-BB5B-1A2373CCD424}">
      <dsp:nvSpPr>
        <dsp:cNvPr id="0" name=""/>
        <dsp:cNvSpPr/>
      </dsp:nvSpPr>
      <dsp:spPr>
        <a:xfrm>
          <a:off x="0" y="815875"/>
          <a:ext cx="6960870" cy="0"/>
        </a:xfrm>
        <a:prstGeom prst="line">
          <a:avLst/>
        </a:prstGeom>
        <a:solidFill>
          <a:schemeClr val="accent2">
            <a:shade val="50000"/>
            <a:hueOff val="442177"/>
            <a:satOff val="-25570"/>
            <a:lumOff val="27401"/>
            <a:alphaOff val="0"/>
          </a:schemeClr>
        </a:solidFill>
        <a:ln w="25400" cap="flat" cmpd="sng" algn="ctr">
          <a:solidFill>
            <a:schemeClr val="accent2">
              <a:shade val="50000"/>
              <a:hueOff val="442177"/>
              <a:satOff val="-25570"/>
              <a:lumOff val="2740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B9C271-F476-407C-83A3-27438E72924C}">
      <dsp:nvSpPr>
        <dsp:cNvPr id="0" name=""/>
        <dsp:cNvSpPr/>
      </dsp:nvSpPr>
      <dsp:spPr>
        <a:xfrm>
          <a:off x="0" y="815875"/>
          <a:ext cx="6960870" cy="815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"No studies have rigorously tested the importance of leadership to improvement in healthcare“</a:t>
          </a:r>
          <a:endParaRPr lang="en-US" sz="2000" kern="1200"/>
        </a:p>
      </dsp:txBody>
      <dsp:txXfrm>
        <a:off x="0" y="815875"/>
        <a:ext cx="6960870" cy="815875"/>
      </dsp:txXfrm>
    </dsp:sp>
    <dsp:sp modelId="{F19CCF2B-0927-4E59-8BCB-DB0CAA723801}">
      <dsp:nvSpPr>
        <dsp:cNvPr id="0" name=""/>
        <dsp:cNvSpPr/>
      </dsp:nvSpPr>
      <dsp:spPr>
        <a:xfrm>
          <a:off x="0" y="1631751"/>
          <a:ext cx="6960870" cy="0"/>
        </a:xfrm>
        <a:prstGeom prst="line">
          <a:avLst/>
        </a:prstGeom>
        <a:solidFill>
          <a:schemeClr val="accent2">
            <a:shade val="50000"/>
            <a:hueOff val="884355"/>
            <a:satOff val="-51140"/>
            <a:lumOff val="54803"/>
            <a:alphaOff val="0"/>
          </a:schemeClr>
        </a:solidFill>
        <a:ln w="25400" cap="flat" cmpd="sng" algn="ctr">
          <a:solidFill>
            <a:schemeClr val="accent2">
              <a:shade val="50000"/>
              <a:hueOff val="884355"/>
              <a:satOff val="-51140"/>
              <a:lumOff val="5480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596F02-FC4C-4EB1-AC14-9000C2983075}">
      <dsp:nvSpPr>
        <dsp:cNvPr id="0" name=""/>
        <dsp:cNvSpPr/>
      </dsp:nvSpPr>
      <dsp:spPr>
        <a:xfrm>
          <a:off x="0" y="1631751"/>
          <a:ext cx="6960870" cy="815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a:t>“It is a long causal link from a leader's actions to outcomes“</a:t>
          </a:r>
          <a:endParaRPr lang="en-US" sz="2000" kern="1200"/>
        </a:p>
      </dsp:txBody>
      <dsp:txXfrm>
        <a:off x="0" y="1631751"/>
        <a:ext cx="6960870" cy="815875"/>
      </dsp:txXfrm>
    </dsp:sp>
    <dsp:sp modelId="{E70918CE-CFBD-4FBA-BB93-6E8231E5AD31}">
      <dsp:nvSpPr>
        <dsp:cNvPr id="0" name=""/>
        <dsp:cNvSpPr/>
      </dsp:nvSpPr>
      <dsp:spPr>
        <a:xfrm>
          <a:off x="0" y="2447628"/>
          <a:ext cx="6960870" cy="0"/>
        </a:xfrm>
        <a:prstGeom prst="line">
          <a:avLst/>
        </a:prstGeom>
        <a:solidFill>
          <a:schemeClr val="accent2">
            <a:shade val="50000"/>
            <a:hueOff val="442177"/>
            <a:satOff val="-25570"/>
            <a:lumOff val="27401"/>
            <a:alphaOff val="0"/>
          </a:schemeClr>
        </a:solidFill>
        <a:ln w="25400" cap="flat" cmpd="sng" algn="ctr">
          <a:solidFill>
            <a:schemeClr val="accent2">
              <a:shade val="50000"/>
              <a:hueOff val="442177"/>
              <a:satOff val="-25570"/>
              <a:lumOff val="2740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A43D5D-502F-44DD-A222-1DD612DA83F3}">
      <dsp:nvSpPr>
        <dsp:cNvPr id="0" name=""/>
        <dsp:cNvSpPr/>
      </dsp:nvSpPr>
      <dsp:spPr>
        <a:xfrm>
          <a:off x="0" y="2447627"/>
          <a:ext cx="6960870" cy="815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kern="1200" dirty="0"/>
            <a:t>The actions and behaviours of leaders were very difficult to directly attribute to the quality or improvement of care.</a:t>
          </a:r>
          <a:endParaRPr lang="en-US" sz="2000" kern="1200" dirty="0"/>
        </a:p>
      </dsp:txBody>
      <dsp:txXfrm>
        <a:off x="0" y="2447627"/>
        <a:ext cx="6960870" cy="8158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382D02-8B07-441B-BE24-3B6660657357}">
      <dsp:nvSpPr>
        <dsp:cNvPr id="0" name=""/>
        <dsp:cNvSpPr/>
      </dsp:nvSpPr>
      <dsp:spPr>
        <a:xfrm>
          <a:off x="-3107446" y="-478361"/>
          <a:ext cx="3706498" cy="3706498"/>
        </a:xfrm>
        <a:prstGeom prst="blockArc">
          <a:avLst>
            <a:gd name="adj1" fmla="val 18900000"/>
            <a:gd name="adj2" fmla="val 2700000"/>
            <a:gd name="adj3" fmla="val 583"/>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126598-19EA-4FEB-8A62-10041C488475}">
      <dsp:nvSpPr>
        <dsp:cNvPr id="0" name=""/>
        <dsp:cNvSpPr/>
      </dsp:nvSpPr>
      <dsp:spPr>
        <a:xfrm>
          <a:off x="224874" y="144803"/>
          <a:ext cx="6453195" cy="2894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788"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dirty="0"/>
            <a:t>Influence up to 30% of a team's performance</a:t>
          </a:r>
          <a:endParaRPr lang="en-US" sz="1400" kern="1200" dirty="0"/>
        </a:p>
      </dsp:txBody>
      <dsp:txXfrm>
        <a:off x="224874" y="144803"/>
        <a:ext cx="6453195" cy="289496"/>
      </dsp:txXfrm>
    </dsp:sp>
    <dsp:sp modelId="{3CEC3D17-F632-4A75-9274-20257571B230}">
      <dsp:nvSpPr>
        <dsp:cNvPr id="0" name=""/>
        <dsp:cNvSpPr/>
      </dsp:nvSpPr>
      <dsp:spPr>
        <a:xfrm>
          <a:off x="43938" y="108616"/>
          <a:ext cx="361870" cy="36187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DF9DAE-C188-4E92-BAFF-6BD98501F3F6}">
      <dsp:nvSpPr>
        <dsp:cNvPr id="0" name=""/>
        <dsp:cNvSpPr/>
      </dsp:nvSpPr>
      <dsp:spPr>
        <a:xfrm>
          <a:off x="463004" y="578992"/>
          <a:ext cx="6215064" cy="2894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788" tIns="35560" rIns="35560" bIns="35560" numCol="1" spcCol="1270" anchor="ctr" anchorCtr="0">
          <a:noAutofit/>
        </a:bodyPr>
        <a:lstStyle/>
        <a:p>
          <a:pPr marL="0" lvl="0" indent="0" algn="l" defTabSz="622300">
            <a:lnSpc>
              <a:spcPct val="90000"/>
            </a:lnSpc>
            <a:spcBef>
              <a:spcPct val="0"/>
            </a:spcBef>
            <a:spcAft>
              <a:spcPct val="35000"/>
            </a:spcAft>
            <a:buNone/>
          </a:pPr>
          <a:r>
            <a:rPr lang="en-GB" sz="1400" b="0" i="0" u="none" kern="1200" dirty="0"/>
            <a:t>Directly affect team’s actions and outcomes and therefore patient safety</a:t>
          </a:r>
          <a:endParaRPr lang="en-US" sz="1400" kern="1200" dirty="0"/>
        </a:p>
      </dsp:txBody>
      <dsp:txXfrm>
        <a:off x="463004" y="578992"/>
        <a:ext cx="6215064" cy="289496"/>
      </dsp:txXfrm>
    </dsp:sp>
    <dsp:sp modelId="{2A3BA8C7-E5A0-4569-8006-F1593F7D3729}">
      <dsp:nvSpPr>
        <dsp:cNvPr id="0" name=""/>
        <dsp:cNvSpPr/>
      </dsp:nvSpPr>
      <dsp:spPr>
        <a:xfrm>
          <a:off x="282069" y="542805"/>
          <a:ext cx="361870" cy="36187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921315-6C91-4206-9C52-D19C6473EF09}">
      <dsp:nvSpPr>
        <dsp:cNvPr id="0" name=""/>
        <dsp:cNvSpPr/>
      </dsp:nvSpPr>
      <dsp:spPr>
        <a:xfrm>
          <a:off x="571895" y="1013182"/>
          <a:ext cx="6106173" cy="2894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788"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dirty="0"/>
            <a:t>Create lower stress and higher quality patient care</a:t>
          </a:r>
          <a:endParaRPr lang="en-US" sz="1400" kern="1200" dirty="0"/>
        </a:p>
      </dsp:txBody>
      <dsp:txXfrm>
        <a:off x="571895" y="1013182"/>
        <a:ext cx="6106173" cy="289496"/>
      </dsp:txXfrm>
    </dsp:sp>
    <dsp:sp modelId="{1118E1A6-9ADD-447B-882B-1034029BBCD5}">
      <dsp:nvSpPr>
        <dsp:cNvPr id="0" name=""/>
        <dsp:cNvSpPr/>
      </dsp:nvSpPr>
      <dsp:spPr>
        <a:xfrm>
          <a:off x="390960" y="976995"/>
          <a:ext cx="361870" cy="36187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1E4336-5439-4E43-BC91-45B119007C54}">
      <dsp:nvSpPr>
        <dsp:cNvPr id="0" name=""/>
        <dsp:cNvSpPr/>
      </dsp:nvSpPr>
      <dsp:spPr>
        <a:xfrm>
          <a:off x="571895" y="1447097"/>
          <a:ext cx="6106173" cy="2894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788"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dirty="0"/>
            <a:t>Impact on patient satisfaction with services</a:t>
          </a:r>
          <a:endParaRPr lang="en-US" sz="1400" kern="1200" dirty="0"/>
        </a:p>
      </dsp:txBody>
      <dsp:txXfrm>
        <a:off x="571895" y="1447097"/>
        <a:ext cx="6106173" cy="289496"/>
      </dsp:txXfrm>
    </dsp:sp>
    <dsp:sp modelId="{9354031C-89E4-4567-B1F6-4EFE97AD2D01}">
      <dsp:nvSpPr>
        <dsp:cNvPr id="0" name=""/>
        <dsp:cNvSpPr/>
      </dsp:nvSpPr>
      <dsp:spPr>
        <a:xfrm>
          <a:off x="390960" y="1410910"/>
          <a:ext cx="361870" cy="36187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C86E51-0739-4B31-A044-E2C97A8BA37F}">
      <dsp:nvSpPr>
        <dsp:cNvPr id="0" name=""/>
        <dsp:cNvSpPr/>
      </dsp:nvSpPr>
      <dsp:spPr>
        <a:xfrm>
          <a:off x="463004" y="1881286"/>
          <a:ext cx="6215064" cy="2894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788"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dirty="0"/>
            <a:t>Be critical to high performance</a:t>
          </a:r>
        </a:p>
      </dsp:txBody>
      <dsp:txXfrm>
        <a:off x="463004" y="1881286"/>
        <a:ext cx="6215064" cy="289496"/>
      </dsp:txXfrm>
    </dsp:sp>
    <dsp:sp modelId="{587456CD-3981-45D5-817F-3F610EACC37B}">
      <dsp:nvSpPr>
        <dsp:cNvPr id="0" name=""/>
        <dsp:cNvSpPr/>
      </dsp:nvSpPr>
      <dsp:spPr>
        <a:xfrm>
          <a:off x="282069" y="1845099"/>
          <a:ext cx="361870" cy="36187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9C1709C-FCCB-4C43-92E8-9E0DA15AA17A}">
      <dsp:nvSpPr>
        <dsp:cNvPr id="0" name=""/>
        <dsp:cNvSpPr/>
      </dsp:nvSpPr>
      <dsp:spPr>
        <a:xfrm>
          <a:off x="224874" y="2315476"/>
          <a:ext cx="6453195" cy="28949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788"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dirty="0"/>
            <a:t>Affect engagement of staff and team performance</a:t>
          </a:r>
        </a:p>
      </dsp:txBody>
      <dsp:txXfrm>
        <a:off x="224874" y="2315476"/>
        <a:ext cx="6453195" cy="289496"/>
      </dsp:txXfrm>
    </dsp:sp>
    <dsp:sp modelId="{36B7883F-E81E-4629-987C-BA79AEF30F2E}">
      <dsp:nvSpPr>
        <dsp:cNvPr id="0" name=""/>
        <dsp:cNvSpPr/>
      </dsp:nvSpPr>
      <dsp:spPr>
        <a:xfrm>
          <a:off x="43938" y="2279289"/>
          <a:ext cx="361870" cy="36187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84130D-F96A-454E-8E20-89B1620DAA8B}">
      <dsp:nvSpPr>
        <dsp:cNvPr id="0" name=""/>
        <dsp:cNvSpPr/>
      </dsp:nvSpPr>
      <dsp:spPr>
        <a:xfrm>
          <a:off x="962" y="54797"/>
          <a:ext cx="3153909" cy="3153909"/>
        </a:xfrm>
        <a:prstGeom prst="ellipse">
          <a:avLst/>
        </a:prstGeom>
        <a:gradFill rotWithShape="0">
          <a:gsLst>
            <a:gs pos="0">
              <a:schemeClr val="accent1">
                <a:shade val="50000"/>
                <a:hueOff val="0"/>
                <a:satOff val="0"/>
                <a:lumOff val="0"/>
                <a:alphaOff val="0"/>
                <a:tint val="50000"/>
                <a:satMod val="300000"/>
              </a:schemeClr>
            </a:gs>
            <a:gs pos="35000">
              <a:schemeClr val="accent1">
                <a:shade val="50000"/>
                <a:hueOff val="0"/>
                <a:satOff val="0"/>
                <a:lumOff val="0"/>
                <a:alphaOff val="0"/>
                <a:tint val="37000"/>
                <a:satMod val="300000"/>
              </a:schemeClr>
            </a:gs>
            <a:gs pos="100000">
              <a:schemeClr val="accent1">
                <a:shade val="5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err="1"/>
            <a:t>Saijo</a:t>
          </a:r>
          <a:r>
            <a:rPr lang="en-GB" sz="1600" kern="1200" dirty="0"/>
            <a:t> </a:t>
          </a:r>
          <a:r>
            <a:rPr lang="en-GB" sz="1600" kern="1200" dirty="0" err="1"/>
            <a:t>Mauno</a:t>
          </a:r>
          <a:r>
            <a:rPr lang="en-GB" sz="1600" kern="1200" dirty="0"/>
            <a:t> found that people having control over how they did their jobs was the best predictor of engagement, even more than management quality</a:t>
          </a:r>
        </a:p>
      </dsp:txBody>
      <dsp:txXfrm>
        <a:off x="462841" y="516676"/>
        <a:ext cx="2230151" cy="2230151"/>
      </dsp:txXfrm>
    </dsp:sp>
    <dsp:sp modelId="{CCC1A76C-E7A3-4F8C-85E0-90178F033950}">
      <dsp:nvSpPr>
        <dsp:cNvPr id="0" name=""/>
        <dsp:cNvSpPr/>
      </dsp:nvSpPr>
      <dsp:spPr>
        <a:xfrm rot="5400000">
          <a:off x="3415070" y="1213858"/>
          <a:ext cx="1103868" cy="835786"/>
        </a:xfrm>
        <a:prstGeom prst="triangle">
          <a:avLst/>
        </a:prstGeom>
        <a:gradFill rotWithShape="0">
          <a:gsLst>
            <a:gs pos="0">
              <a:schemeClr val="accent1">
                <a:shade val="90000"/>
                <a:hueOff val="0"/>
                <a:satOff val="0"/>
                <a:lumOff val="0"/>
                <a:alphaOff val="0"/>
                <a:tint val="50000"/>
                <a:satMod val="300000"/>
              </a:schemeClr>
            </a:gs>
            <a:gs pos="35000">
              <a:schemeClr val="accent1">
                <a:shade val="90000"/>
                <a:hueOff val="0"/>
                <a:satOff val="0"/>
                <a:lumOff val="0"/>
                <a:alphaOff val="0"/>
                <a:tint val="37000"/>
                <a:satMod val="300000"/>
              </a:schemeClr>
            </a:gs>
            <a:gs pos="100000">
              <a:schemeClr val="accent1">
                <a:shade val="9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sp>
    <dsp:sp modelId="{F742353E-4C48-4439-88DB-A26B0B6DCD1E}">
      <dsp:nvSpPr>
        <dsp:cNvPr id="0" name=""/>
        <dsp:cNvSpPr/>
      </dsp:nvSpPr>
      <dsp:spPr>
        <a:xfrm>
          <a:off x="4731827" y="54797"/>
          <a:ext cx="3153909" cy="3153909"/>
        </a:xfrm>
        <a:prstGeom prst="ellipse">
          <a:avLst/>
        </a:prstGeom>
        <a:gradFill rotWithShape="0">
          <a:gsLst>
            <a:gs pos="0">
              <a:schemeClr val="accent1">
                <a:shade val="50000"/>
                <a:hueOff val="726467"/>
                <a:satOff val="-83102"/>
                <a:lumOff val="55316"/>
                <a:alphaOff val="0"/>
                <a:tint val="50000"/>
                <a:satMod val="300000"/>
              </a:schemeClr>
            </a:gs>
            <a:gs pos="35000">
              <a:schemeClr val="accent1">
                <a:shade val="50000"/>
                <a:hueOff val="726467"/>
                <a:satOff val="-83102"/>
                <a:lumOff val="55316"/>
                <a:alphaOff val="0"/>
                <a:tint val="37000"/>
                <a:satMod val="300000"/>
              </a:schemeClr>
            </a:gs>
            <a:gs pos="100000">
              <a:schemeClr val="accent1">
                <a:shade val="50000"/>
                <a:hueOff val="726467"/>
                <a:satOff val="-83102"/>
                <a:lumOff val="5531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en-GB" sz="1600" b="0" i="0" u="none" kern="1200" dirty="0" err="1"/>
            <a:t>Jari</a:t>
          </a:r>
          <a:r>
            <a:rPr lang="en-GB" sz="1600" b="0" i="0" u="none" kern="1200" dirty="0"/>
            <a:t> </a:t>
          </a:r>
          <a:r>
            <a:rPr lang="en-GB" sz="1600" b="0" i="0" u="none" kern="1200" dirty="0" err="1"/>
            <a:t>Hakanen</a:t>
          </a:r>
          <a:r>
            <a:rPr lang="en-GB" sz="1600" b="0" i="0" u="none" kern="1200" dirty="0"/>
            <a:t>: </a:t>
          </a:r>
          <a:r>
            <a:rPr lang="en-GB" sz="1600" kern="1200" dirty="0"/>
            <a:t>Think carefully about how jobs are designed to ensure:</a:t>
          </a:r>
          <a:endParaRPr lang="en-US" sz="1600" kern="1200" dirty="0"/>
        </a:p>
        <a:p>
          <a:pPr marL="114300" lvl="1" indent="-114300" algn="l" defTabSz="533400">
            <a:lnSpc>
              <a:spcPct val="90000"/>
            </a:lnSpc>
            <a:spcBef>
              <a:spcPct val="0"/>
            </a:spcBef>
            <a:spcAft>
              <a:spcPct val="15000"/>
            </a:spcAft>
            <a:buChar char="•"/>
          </a:pPr>
          <a:r>
            <a:rPr lang="en-GB" sz="1200" kern="1200" dirty="0"/>
            <a:t>Manageable workload</a:t>
          </a:r>
          <a:endParaRPr lang="en-US" sz="1200" kern="1200" dirty="0"/>
        </a:p>
        <a:p>
          <a:pPr marL="114300" lvl="1" indent="-114300" algn="l" defTabSz="533400">
            <a:lnSpc>
              <a:spcPct val="90000"/>
            </a:lnSpc>
            <a:spcBef>
              <a:spcPct val="0"/>
            </a:spcBef>
            <a:spcAft>
              <a:spcPct val="15000"/>
            </a:spcAft>
            <a:buChar char="•"/>
          </a:pPr>
          <a:r>
            <a:rPr lang="en-GB" sz="1200" kern="1200" dirty="0"/>
            <a:t>Sense of autonomy</a:t>
          </a:r>
          <a:endParaRPr lang="en-US" sz="1200" kern="1200" dirty="0"/>
        </a:p>
        <a:p>
          <a:pPr marL="114300" lvl="1" indent="-114300" algn="l" defTabSz="533400">
            <a:lnSpc>
              <a:spcPct val="90000"/>
            </a:lnSpc>
            <a:spcBef>
              <a:spcPct val="0"/>
            </a:spcBef>
            <a:spcAft>
              <a:spcPct val="15000"/>
            </a:spcAft>
            <a:buChar char="•"/>
          </a:pPr>
          <a:r>
            <a:rPr lang="en-GB" sz="1200" kern="1200" dirty="0"/>
            <a:t>Staff are involved in understanding resource availability</a:t>
          </a:r>
          <a:endParaRPr lang="en-US" sz="1200" kern="1200" dirty="0"/>
        </a:p>
        <a:p>
          <a:pPr marL="114300" lvl="1" indent="-114300" algn="l" defTabSz="533400">
            <a:lnSpc>
              <a:spcPct val="90000"/>
            </a:lnSpc>
            <a:spcBef>
              <a:spcPct val="0"/>
            </a:spcBef>
            <a:spcAft>
              <a:spcPct val="15000"/>
            </a:spcAft>
            <a:buChar char="•"/>
          </a:pPr>
          <a:r>
            <a:rPr lang="en-GB" sz="1200" kern="1200" dirty="0"/>
            <a:t>Self-esteem is promoted</a:t>
          </a:r>
          <a:endParaRPr lang="en-US" sz="1200" kern="1200" dirty="0"/>
        </a:p>
        <a:p>
          <a:pPr marL="114300" lvl="1" indent="-114300" algn="l" defTabSz="533400">
            <a:lnSpc>
              <a:spcPct val="90000"/>
            </a:lnSpc>
            <a:spcBef>
              <a:spcPct val="0"/>
            </a:spcBef>
            <a:spcAft>
              <a:spcPct val="15000"/>
            </a:spcAft>
            <a:buChar char="•"/>
          </a:pPr>
          <a:r>
            <a:rPr lang="en-GB" sz="1200" kern="1200" dirty="0"/>
            <a:t>Positive climate is created.</a:t>
          </a:r>
          <a:endParaRPr lang="en-US" sz="1200" kern="1200" dirty="0"/>
        </a:p>
      </dsp:txBody>
      <dsp:txXfrm>
        <a:off x="5193706" y="516676"/>
        <a:ext cx="2230151" cy="22301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109A00-8087-4872-BA0B-FEF114BEE680}">
      <dsp:nvSpPr>
        <dsp:cNvPr id="0" name=""/>
        <dsp:cNvSpPr/>
      </dsp:nvSpPr>
      <dsp:spPr>
        <a:xfrm>
          <a:off x="0" y="301327"/>
          <a:ext cx="7886700" cy="351000"/>
        </a:xfrm>
        <a:prstGeom prst="roundRect">
          <a:avLst/>
        </a:prstGeom>
        <a:solidFill>
          <a:schemeClr val="accent2">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dirty="0"/>
            <a:t>Doctors who are engaged are less likely to make mistakes</a:t>
          </a:r>
          <a:endParaRPr lang="en-US" sz="1500" kern="1200" dirty="0"/>
        </a:p>
      </dsp:txBody>
      <dsp:txXfrm>
        <a:off x="17134" y="318461"/>
        <a:ext cx="7852432" cy="316732"/>
      </dsp:txXfrm>
    </dsp:sp>
    <dsp:sp modelId="{BFA63490-9686-4A0E-B088-AC24A2900D3F}">
      <dsp:nvSpPr>
        <dsp:cNvPr id="0" name=""/>
        <dsp:cNvSpPr/>
      </dsp:nvSpPr>
      <dsp:spPr>
        <a:xfrm>
          <a:off x="0" y="695527"/>
          <a:ext cx="7886700" cy="351000"/>
        </a:xfrm>
        <a:prstGeom prst="roundRect">
          <a:avLst/>
        </a:prstGeom>
        <a:solidFill>
          <a:schemeClr val="accent2">
            <a:shade val="80000"/>
            <a:hueOff val="199557"/>
            <a:satOff val="-11801"/>
            <a:lumOff val="905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dirty="0"/>
            <a:t>Safer patient care is linked to nurses feeling engaged</a:t>
          </a:r>
          <a:endParaRPr lang="en-US" sz="1500" kern="1200" dirty="0"/>
        </a:p>
      </dsp:txBody>
      <dsp:txXfrm>
        <a:off x="17134" y="712661"/>
        <a:ext cx="7852432" cy="316732"/>
      </dsp:txXfrm>
    </dsp:sp>
    <dsp:sp modelId="{AFF23A62-A6CE-49C4-9325-680983F31FAF}">
      <dsp:nvSpPr>
        <dsp:cNvPr id="0" name=""/>
        <dsp:cNvSpPr/>
      </dsp:nvSpPr>
      <dsp:spPr>
        <a:xfrm>
          <a:off x="0" y="1089727"/>
          <a:ext cx="7886700" cy="351000"/>
        </a:xfrm>
        <a:prstGeom prst="roundRect">
          <a:avLst/>
        </a:prstGeom>
        <a:solidFill>
          <a:schemeClr val="accent2">
            <a:shade val="80000"/>
            <a:hueOff val="399114"/>
            <a:satOff val="-23603"/>
            <a:lumOff val="18101"/>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dirty="0"/>
            <a:t>A lack of engagement can be a cause of poor care</a:t>
          </a:r>
          <a:endParaRPr lang="en-US" sz="1500" kern="1200" dirty="0"/>
        </a:p>
      </dsp:txBody>
      <dsp:txXfrm>
        <a:off x="17134" y="1106861"/>
        <a:ext cx="7852432" cy="316732"/>
      </dsp:txXfrm>
    </dsp:sp>
    <dsp:sp modelId="{2A2AA41A-E74A-420F-8CBB-F994A2D6B4C7}">
      <dsp:nvSpPr>
        <dsp:cNvPr id="0" name=""/>
        <dsp:cNvSpPr/>
      </dsp:nvSpPr>
      <dsp:spPr>
        <a:xfrm>
          <a:off x="0" y="1483927"/>
          <a:ext cx="7886700" cy="351000"/>
        </a:xfrm>
        <a:prstGeom prst="roundRect">
          <a:avLst/>
        </a:prstGeom>
        <a:solidFill>
          <a:schemeClr val="accent2">
            <a:shade val="80000"/>
            <a:hueOff val="598671"/>
            <a:satOff val="-35404"/>
            <a:lumOff val="27151"/>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b="0" i="0" u="none" kern="1200" dirty="0"/>
            <a:t>Leadership behaviours were most associated with service improvement </a:t>
          </a:r>
          <a:endParaRPr lang="en-US" sz="1500" kern="1200" dirty="0"/>
        </a:p>
      </dsp:txBody>
      <dsp:txXfrm>
        <a:off x="17134" y="1501061"/>
        <a:ext cx="7852432" cy="316732"/>
      </dsp:txXfrm>
    </dsp:sp>
    <dsp:sp modelId="{3686D7FB-68D4-4C35-96BD-924641F4BB32}">
      <dsp:nvSpPr>
        <dsp:cNvPr id="0" name=""/>
        <dsp:cNvSpPr/>
      </dsp:nvSpPr>
      <dsp:spPr>
        <a:xfrm>
          <a:off x="0" y="1834927"/>
          <a:ext cx="7886700" cy="77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GB" sz="1200" kern="1200" dirty="0"/>
            <a:t>Valuing the skills and expertise of others</a:t>
          </a:r>
          <a:endParaRPr lang="en-US" sz="1200" kern="1200" dirty="0"/>
        </a:p>
        <a:p>
          <a:pPr marL="114300" lvl="1" indent="-114300" algn="l" defTabSz="533400">
            <a:lnSpc>
              <a:spcPct val="90000"/>
            </a:lnSpc>
            <a:spcBef>
              <a:spcPct val="0"/>
            </a:spcBef>
            <a:spcAft>
              <a:spcPct val="20000"/>
            </a:spcAft>
            <a:buFont typeface="Times New Roman" panose="02020603050405020304" pitchFamily="18" charset="0"/>
            <a:buChar char="•"/>
          </a:pPr>
          <a:r>
            <a:rPr lang="en-GB" sz="1200" kern="1200" dirty="0"/>
            <a:t>Seeking, understanding and valuing the viewpoint of others</a:t>
          </a:r>
        </a:p>
        <a:p>
          <a:pPr marL="114300" lvl="1" indent="-114300" algn="l" defTabSz="533400">
            <a:lnSpc>
              <a:spcPct val="90000"/>
            </a:lnSpc>
            <a:spcBef>
              <a:spcPct val="0"/>
            </a:spcBef>
            <a:spcAft>
              <a:spcPct val="20000"/>
            </a:spcAft>
            <a:buFont typeface="Times New Roman" panose="02020603050405020304" pitchFamily="18" charset="0"/>
            <a:buChar char="•"/>
          </a:pPr>
          <a:r>
            <a:rPr lang="en-GB" sz="1200" kern="1200"/>
            <a:t>Building confidence and trust in others</a:t>
          </a:r>
        </a:p>
        <a:p>
          <a:pPr marL="114300" lvl="1" indent="-114300" algn="l" defTabSz="533400">
            <a:lnSpc>
              <a:spcPct val="90000"/>
            </a:lnSpc>
            <a:spcBef>
              <a:spcPct val="0"/>
            </a:spcBef>
            <a:spcAft>
              <a:spcPct val="20000"/>
            </a:spcAft>
            <a:buFont typeface="Times New Roman" panose="02020603050405020304" pitchFamily="18" charset="0"/>
            <a:buChar char="•"/>
          </a:pPr>
          <a:r>
            <a:rPr lang="en-GB" sz="1200" kern="1200" dirty="0"/>
            <a:t>Facilitating cooperation and collaboration.</a:t>
          </a:r>
        </a:p>
      </dsp:txBody>
      <dsp:txXfrm>
        <a:off x="0" y="1834927"/>
        <a:ext cx="7886700" cy="776250"/>
      </dsp:txXfrm>
    </dsp:sp>
    <dsp:sp modelId="{320DACA1-1281-44FA-8967-2E0EFB21450B}">
      <dsp:nvSpPr>
        <dsp:cNvPr id="0" name=""/>
        <dsp:cNvSpPr/>
      </dsp:nvSpPr>
      <dsp:spPr>
        <a:xfrm>
          <a:off x="0" y="2611177"/>
          <a:ext cx="7886700" cy="351000"/>
        </a:xfrm>
        <a:prstGeom prst="roundRect">
          <a:avLst/>
        </a:prstGeom>
        <a:solidFill>
          <a:schemeClr val="accent2">
            <a:shade val="80000"/>
            <a:hueOff val="798228"/>
            <a:satOff val="-47205"/>
            <a:lumOff val="36201"/>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dirty="0"/>
            <a:t>Better patient experience is evident in organisations where staff engagement is higher.</a:t>
          </a:r>
          <a:endParaRPr lang="en-US" sz="1500" kern="1200" dirty="0"/>
        </a:p>
      </dsp:txBody>
      <dsp:txXfrm>
        <a:off x="17134" y="2628311"/>
        <a:ext cx="7852432" cy="3167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D30836-5D5B-443F-8D8C-3946A9271442}">
      <dsp:nvSpPr>
        <dsp:cNvPr id="0" name=""/>
        <dsp:cNvSpPr/>
      </dsp:nvSpPr>
      <dsp:spPr>
        <a:xfrm>
          <a:off x="0" y="951"/>
          <a:ext cx="6610350" cy="772200"/>
        </a:xfrm>
        <a:prstGeom prst="roundRect">
          <a:avLst/>
        </a:prstGeom>
        <a:solidFill>
          <a:schemeClr val="accent4">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dirty="0"/>
            <a:t>The quality of relationships between clinicians and managers in a healthcare organisation affects Care</a:t>
          </a:r>
          <a:endParaRPr lang="en-US" sz="2000" kern="1200" dirty="0"/>
        </a:p>
      </dsp:txBody>
      <dsp:txXfrm>
        <a:off x="37696" y="38647"/>
        <a:ext cx="6534958" cy="696808"/>
      </dsp:txXfrm>
    </dsp:sp>
    <dsp:sp modelId="{0BB000DA-F9CB-45AA-9501-968C84FFF200}">
      <dsp:nvSpPr>
        <dsp:cNvPr id="0" name=""/>
        <dsp:cNvSpPr/>
      </dsp:nvSpPr>
      <dsp:spPr>
        <a:xfrm>
          <a:off x="0" y="830752"/>
          <a:ext cx="6610350" cy="772200"/>
        </a:xfrm>
        <a:prstGeom prst="roundRect">
          <a:avLst/>
        </a:prstGeom>
        <a:solidFill>
          <a:schemeClr val="accent4">
            <a:shade val="80000"/>
            <a:hueOff val="101112"/>
            <a:satOff val="2849"/>
            <a:lumOff val="840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dirty="0"/>
            <a:t>Clinical innovation stems from blending clinical and managerial skillsets</a:t>
          </a:r>
          <a:endParaRPr lang="en-US" sz="2000" kern="1200" dirty="0"/>
        </a:p>
      </dsp:txBody>
      <dsp:txXfrm>
        <a:off x="37696" y="868448"/>
        <a:ext cx="6534958" cy="696808"/>
      </dsp:txXfrm>
    </dsp:sp>
    <dsp:sp modelId="{1BFA6A84-9032-4B44-8CE6-2E0C5FB489AA}">
      <dsp:nvSpPr>
        <dsp:cNvPr id="0" name=""/>
        <dsp:cNvSpPr/>
      </dsp:nvSpPr>
      <dsp:spPr>
        <a:xfrm>
          <a:off x="0" y="1660552"/>
          <a:ext cx="6610350" cy="772200"/>
        </a:xfrm>
        <a:prstGeom prst="roundRect">
          <a:avLst/>
        </a:prstGeom>
        <a:solidFill>
          <a:schemeClr val="accent4">
            <a:shade val="80000"/>
            <a:hueOff val="202224"/>
            <a:satOff val="5699"/>
            <a:lumOff val="1679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dirty="0"/>
            <a:t>Innovations are more likely to be successful if they are built on good manager-clinician relations</a:t>
          </a:r>
          <a:endParaRPr lang="en-US" sz="2000" kern="1200" dirty="0"/>
        </a:p>
      </dsp:txBody>
      <dsp:txXfrm>
        <a:off x="37696" y="1698248"/>
        <a:ext cx="6534958" cy="696808"/>
      </dsp:txXfrm>
    </dsp:sp>
    <dsp:sp modelId="{E6A958B7-A73D-453B-962A-7F766242AACD}">
      <dsp:nvSpPr>
        <dsp:cNvPr id="0" name=""/>
        <dsp:cNvSpPr/>
      </dsp:nvSpPr>
      <dsp:spPr>
        <a:xfrm>
          <a:off x="0" y="2490352"/>
          <a:ext cx="6610350" cy="772200"/>
        </a:xfrm>
        <a:prstGeom prst="roundRect">
          <a:avLst/>
        </a:prstGeom>
        <a:solidFill>
          <a:schemeClr val="accent4">
            <a:shade val="80000"/>
            <a:hueOff val="303335"/>
            <a:satOff val="8548"/>
            <a:lumOff val="2519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Partnership between clinical leaders and experienced managers is a key leadership factor</a:t>
          </a:r>
          <a:endParaRPr lang="en-US" sz="2000" kern="1200"/>
        </a:p>
      </dsp:txBody>
      <dsp:txXfrm>
        <a:off x="37696" y="2528048"/>
        <a:ext cx="6534958" cy="69680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034A7C-A744-435D-A8A5-0D2F3EF0C037}">
      <dsp:nvSpPr>
        <dsp:cNvPr id="0" name=""/>
        <dsp:cNvSpPr/>
      </dsp:nvSpPr>
      <dsp:spPr>
        <a:xfrm>
          <a:off x="0" y="0"/>
          <a:ext cx="5808310" cy="1468576"/>
        </a:xfrm>
        <a:prstGeom prst="roundRect">
          <a:avLst>
            <a:gd name="adj" fmla="val 10000"/>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dirty="0"/>
            <a:t>What can I do as a leader to enhance my leadership approach based on what this evidence tells us?</a:t>
          </a:r>
          <a:endParaRPr lang="en-US" sz="1900" kern="1200" dirty="0"/>
        </a:p>
      </dsp:txBody>
      <dsp:txXfrm>
        <a:off x="43013" y="43013"/>
        <a:ext cx="4290421" cy="1382550"/>
      </dsp:txXfrm>
    </dsp:sp>
    <dsp:sp modelId="{6E76397F-47AA-4905-9291-27F63D5B3275}">
      <dsp:nvSpPr>
        <dsp:cNvPr id="0" name=""/>
        <dsp:cNvSpPr/>
      </dsp:nvSpPr>
      <dsp:spPr>
        <a:xfrm>
          <a:off x="1024995" y="1794927"/>
          <a:ext cx="5808310" cy="1468576"/>
        </a:xfrm>
        <a:prstGeom prst="roundRect">
          <a:avLst>
            <a:gd name="adj" fmla="val 10000"/>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dirty="0"/>
            <a:t>As a leadership team, what could we collectively do to enhance our leadership approach based on this evidence?</a:t>
          </a:r>
          <a:endParaRPr lang="en-US" sz="1900" kern="1200" dirty="0"/>
        </a:p>
      </dsp:txBody>
      <dsp:txXfrm>
        <a:off x="1068008" y="1837940"/>
        <a:ext cx="3742713" cy="1382550"/>
      </dsp:txXfrm>
    </dsp:sp>
    <dsp:sp modelId="{389367D3-5125-4884-A5EA-07822BDBE9B8}">
      <dsp:nvSpPr>
        <dsp:cNvPr id="0" name=""/>
        <dsp:cNvSpPr/>
      </dsp:nvSpPr>
      <dsp:spPr>
        <a:xfrm>
          <a:off x="4853735" y="1154464"/>
          <a:ext cx="954574" cy="954574"/>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068514" y="1154464"/>
        <a:ext cx="525016" cy="7183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21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2125"/>
          </a:xfrm>
          <a:prstGeom prst="rect">
            <a:avLst/>
          </a:prstGeom>
        </p:spPr>
        <p:txBody>
          <a:bodyPr vert="horz" lIns="91440" tIns="45720" rIns="91440" bIns="45720" rtlCol="0"/>
          <a:lstStyle>
            <a:lvl1pPr algn="r">
              <a:defRPr sz="1200"/>
            </a:lvl1pPr>
          </a:lstStyle>
          <a:p>
            <a:fld id="{A291D71F-2657-BF40-9BA8-1341E8D62F20}" type="datetime1">
              <a:rPr lang="en-GB" smtClean="0"/>
              <a:t>02/12/2017</a:t>
            </a:fld>
            <a:endParaRPr lang="en-US"/>
          </a:p>
        </p:txBody>
      </p:sp>
      <p:sp>
        <p:nvSpPr>
          <p:cNvPr id="4" name="Footer Placeholder 3"/>
          <p:cNvSpPr>
            <a:spLocks noGrp="1"/>
          </p:cNvSpPr>
          <p:nvPr>
            <p:ph type="ftr" sz="quarter" idx="2"/>
          </p:nvPr>
        </p:nvSpPr>
        <p:spPr>
          <a:xfrm>
            <a:off x="0" y="9361488"/>
            <a:ext cx="2946400" cy="4937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361488"/>
            <a:ext cx="2946400" cy="493712"/>
          </a:xfrm>
          <a:prstGeom prst="rect">
            <a:avLst/>
          </a:prstGeom>
        </p:spPr>
        <p:txBody>
          <a:bodyPr vert="horz" lIns="91440" tIns="45720" rIns="91440" bIns="45720" rtlCol="0" anchor="b"/>
          <a:lstStyle>
            <a:lvl1pPr algn="r">
              <a:defRPr sz="1200"/>
            </a:lvl1pPr>
          </a:lstStyle>
          <a:p>
            <a:fld id="{4F5EE869-81EB-AC4C-B612-80DE4181CDD1}" type="slidenum">
              <a:rPr lang="en-US" smtClean="0"/>
              <a:t>‹#›</a:t>
            </a:fld>
            <a:endParaRPr lang="en-US"/>
          </a:p>
        </p:txBody>
      </p:sp>
    </p:spTree>
    <p:extLst>
      <p:ext uri="{BB962C8B-B14F-4D97-AF65-F5344CB8AC3E}">
        <p14:creationId xmlns:p14="http://schemas.microsoft.com/office/powerpoint/2010/main" val="32424458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21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2125"/>
          </a:xfrm>
          <a:prstGeom prst="rect">
            <a:avLst/>
          </a:prstGeom>
        </p:spPr>
        <p:txBody>
          <a:bodyPr vert="horz" lIns="91440" tIns="45720" rIns="91440" bIns="45720" rtlCol="0"/>
          <a:lstStyle>
            <a:lvl1pPr algn="r">
              <a:defRPr sz="1200"/>
            </a:lvl1pPr>
          </a:lstStyle>
          <a:p>
            <a:fld id="{937A70F4-2FAD-3E41-BF6C-C5B1EEDE06E7}" type="datetime1">
              <a:rPr lang="en-GB" smtClean="0"/>
              <a:t>02/12/2017</a:t>
            </a:fld>
            <a:endParaRPr lang="en-US"/>
          </a:p>
        </p:txBody>
      </p:sp>
      <p:sp>
        <p:nvSpPr>
          <p:cNvPr id="4" name="Slide Image Placeholder 3"/>
          <p:cNvSpPr>
            <a:spLocks noGrp="1" noRot="1" noChangeAspect="1"/>
          </p:cNvSpPr>
          <p:nvPr>
            <p:ph type="sldImg" idx="2"/>
          </p:nvPr>
        </p:nvSpPr>
        <p:spPr>
          <a:xfrm>
            <a:off x="114300" y="739775"/>
            <a:ext cx="6569075" cy="36957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681538"/>
            <a:ext cx="5438775" cy="443547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61488"/>
            <a:ext cx="2946400" cy="4937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361488"/>
            <a:ext cx="2946400" cy="493712"/>
          </a:xfrm>
          <a:prstGeom prst="rect">
            <a:avLst/>
          </a:prstGeom>
        </p:spPr>
        <p:txBody>
          <a:bodyPr vert="horz" lIns="91440" tIns="45720" rIns="91440" bIns="45720" rtlCol="0" anchor="b"/>
          <a:lstStyle>
            <a:lvl1pPr algn="r">
              <a:defRPr sz="1200"/>
            </a:lvl1pPr>
          </a:lstStyle>
          <a:p>
            <a:fld id="{4957A7B8-EAD2-9846-9761-91C91B5D58B6}" type="slidenum">
              <a:rPr lang="en-US" smtClean="0"/>
              <a:t>‹#›</a:t>
            </a:fld>
            <a:endParaRPr lang="en-US"/>
          </a:p>
        </p:txBody>
      </p:sp>
    </p:spTree>
    <p:extLst>
      <p:ext uri="{BB962C8B-B14F-4D97-AF65-F5344CB8AC3E}">
        <p14:creationId xmlns:p14="http://schemas.microsoft.com/office/powerpoint/2010/main" val="104624081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957A7B8-EAD2-9846-9761-91C91B5D58B6}" type="slidenum">
              <a:rPr lang="en-US" smtClean="0"/>
              <a:t>9</a:t>
            </a:fld>
            <a:endParaRPr lang="en-US"/>
          </a:p>
        </p:txBody>
      </p:sp>
    </p:spTree>
    <p:extLst>
      <p:ext uri="{BB962C8B-B14F-4D97-AF65-F5344CB8AC3E}">
        <p14:creationId xmlns:p14="http://schemas.microsoft.com/office/powerpoint/2010/main" val="30496960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2" name="Title 1"/>
          <p:cNvSpPr>
            <a:spLocks noGrp="1"/>
          </p:cNvSpPr>
          <p:nvPr>
            <p:ph type="title"/>
          </p:nvPr>
        </p:nvSpPr>
        <p:spPr>
          <a:xfrm>
            <a:off x="474826" y="1052204"/>
            <a:ext cx="6794394" cy="2716890"/>
          </a:xfrm>
        </p:spPr>
        <p:txBody>
          <a:bodyPr anchor="t">
            <a:noAutofit/>
          </a:bodyPr>
          <a:lstStyle>
            <a:lvl1pPr>
              <a:defRPr sz="6600"/>
            </a:lvl1pPr>
          </a:lstStyle>
          <a:p>
            <a:r>
              <a:rPr lang="en-GB" dirty="0"/>
              <a:t>Click to edit Master title style</a:t>
            </a:r>
            <a:endParaRPr lang="en-US" dirty="0"/>
          </a:p>
        </p:txBody>
      </p:sp>
      <p:sp>
        <p:nvSpPr>
          <p:cNvPr id="20" name="Content Placeholder 19"/>
          <p:cNvSpPr>
            <a:spLocks noGrp="1"/>
          </p:cNvSpPr>
          <p:nvPr>
            <p:ph sz="quarter" idx="10" hasCustomPrompt="1"/>
          </p:nvPr>
        </p:nvSpPr>
        <p:spPr>
          <a:xfrm>
            <a:off x="457200" y="3769095"/>
            <a:ext cx="6812020" cy="719944"/>
          </a:xfrm>
        </p:spPr>
        <p:txBody>
          <a:bodyPr anchor="b">
            <a:noAutofit/>
          </a:bodyPr>
          <a:lstStyle>
            <a:lvl1pPr marL="0" indent="0">
              <a:buFontTx/>
              <a:buNone/>
              <a:defRPr sz="2400">
                <a:solidFill>
                  <a:srgbClr val="00ADC6"/>
                </a:solidFill>
              </a:defRPr>
            </a:lvl1pPr>
          </a:lstStyle>
          <a:p>
            <a:pPr lvl="0"/>
            <a:r>
              <a:rPr lang="en-US" dirty="0"/>
              <a:t>Sub heading</a:t>
            </a:r>
          </a:p>
        </p:txBody>
      </p:sp>
      <p:sp>
        <p:nvSpPr>
          <p:cNvPr id="21" name="Rectangle 20"/>
          <p:cNvSpPr/>
          <p:nvPr userDrawn="1"/>
        </p:nvSpPr>
        <p:spPr>
          <a:xfrm>
            <a:off x="457201" y="4844806"/>
            <a:ext cx="1819905" cy="18065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800"/>
          </a:p>
        </p:txBody>
      </p:sp>
      <p:sp>
        <p:nvSpPr>
          <p:cNvPr id="7" name="Content Placeholder 19"/>
          <p:cNvSpPr>
            <a:spLocks noGrp="1"/>
          </p:cNvSpPr>
          <p:nvPr>
            <p:ph sz="quarter" idx="11" hasCustomPrompt="1"/>
          </p:nvPr>
        </p:nvSpPr>
        <p:spPr>
          <a:xfrm>
            <a:off x="457201" y="4489038"/>
            <a:ext cx="4359965" cy="270773"/>
          </a:xfrm>
        </p:spPr>
        <p:txBody>
          <a:bodyPr anchor="b">
            <a:noAutofit/>
          </a:bodyPr>
          <a:lstStyle>
            <a:lvl1pPr marL="0" indent="0">
              <a:buFontTx/>
              <a:buNone/>
              <a:defRPr sz="1400">
                <a:solidFill>
                  <a:srgbClr val="00ADC6"/>
                </a:solidFill>
              </a:defRPr>
            </a:lvl1pPr>
          </a:lstStyle>
          <a:p>
            <a:pPr lvl="0"/>
            <a:r>
              <a:rPr lang="en-US" dirty="0"/>
              <a:t>Insert date</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359" y="3977451"/>
            <a:ext cx="1220724" cy="954606"/>
          </a:xfrm>
          <a:prstGeom prst="rect">
            <a:avLst/>
          </a:prstGeom>
        </p:spPr>
      </p:pic>
    </p:spTree>
    <p:extLst>
      <p:ext uri="{BB962C8B-B14F-4D97-AF65-F5344CB8AC3E}">
        <p14:creationId xmlns:p14="http://schemas.microsoft.com/office/powerpoint/2010/main" val="2333385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descr="logo-a5.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78766" y="209931"/>
            <a:ext cx="816864" cy="381762"/>
          </a:xfrm>
          <a:prstGeom prst="rect">
            <a:avLst/>
          </a:prstGeom>
        </p:spPr>
      </p:pic>
      <p:sp>
        <p:nvSpPr>
          <p:cNvPr id="9" name="Rectangle 8"/>
          <p:cNvSpPr/>
          <p:nvPr userDrawn="1"/>
        </p:nvSpPr>
        <p:spPr>
          <a:xfrm>
            <a:off x="0" y="0"/>
            <a:ext cx="914400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Content Placeholder 19"/>
          <p:cNvSpPr>
            <a:spLocks noGrp="1"/>
          </p:cNvSpPr>
          <p:nvPr>
            <p:ph sz="quarter" idx="10" hasCustomPrompt="1"/>
          </p:nvPr>
        </p:nvSpPr>
        <p:spPr>
          <a:xfrm>
            <a:off x="457200" y="3769095"/>
            <a:ext cx="6812020" cy="719944"/>
          </a:xfrm>
        </p:spPr>
        <p:txBody>
          <a:bodyPr anchor="b">
            <a:noAutofit/>
          </a:bodyPr>
          <a:lstStyle>
            <a:lvl1pPr marL="0" indent="0">
              <a:buFontTx/>
              <a:buNone/>
              <a:defRPr sz="2800">
                <a:solidFill>
                  <a:schemeClr val="bg1"/>
                </a:solidFill>
              </a:defRPr>
            </a:lvl1pPr>
          </a:lstStyle>
          <a:p>
            <a:pPr lvl="0"/>
            <a:r>
              <a:rPr lang="en-US" dirty="0"/>
              <a:t>Sub heading</a:t>
            </a:r>
          </a:p>
        </p:txBody>
      </p:sp>
      <p:sp>
        <p:nvSpPr>
          <p:cNvPr id="18" name="Title 1"/>
          <p:cNvSpPr>
            <a:spLocks noGrp="1"/>
          </p:cNvSpPr>
          <p:nvPr>
            <p:ph type="title"/>
          </p:nvPr>
        </p:nvSpPr>
        <p:spPr>
          <a:xfrm>
            <a:off x="474826" y="1052204"/>
            <a:ext cx="6794394" cy="2716890"/>
          </a:xfrm>
        </p:spPr>
        <p:txBody>
          <a:bodyPr anchor="t">
            <a:noAutofit/>
          </a:bodyPr>
          <a:lstStyle>
            <a:lvl1pPr>
              <a:defRPr sz="6600">
                <a:solidFill>
                  <a:schemeClr val="bg1"/>
                </a:solidFill>
              </a:defRPr>
            </a:lvl1pPr>
          </a:lstStyle>
          <a:p>
            <a:r>
              <a:rPr lang="en-GB" dirty="0"/>
              <a:t>Click to edit Master title style</a:t>
            </a:r>
            <a:endParaRPr lang="en-US" dirty="0"/>
          </a:p>
        </p:txBody>
      </p:sp>
      <p:sp>
        <p:nvSpPr>
          <p:cNvPr id="19" name="Date Placeholder 3"/>
          <p:cNvSpPr txBox="1">
            <a:spLocks/>
          </p:cNvSpPr>
          <p:nvPr userDrawn="1"/>
        </p:nvSpPr>
        <p:spPr>
          <a:xfrm>
            <a:off x="457200" y="4489038"/>
            <a:ext cx="2133600" cy="273844"/>
          </a:xfrm>
          <a:prstGeom prst="rect">
            <a:avLst/>
          </a:prstGeom>
        </p:spPr>
        <p:txBody>
          <a:bodyPr vert="horz" lIns="91440" tIns="45720" rIns="91440" bIns="45720" rtlCol="0" anchor="ctr"/>
          <a:lstStyle>
            <a:defPPr>
              <a:defRPr lang="en-US"/>
            </a:defPPr>
            <a:lvl1pPr marL="0" algn="l" defTabSz="457200" rtl="0" eaLnBrk="1" latinLnBrk="0" hangingPunct="1">
              <a:defRPr sz="1600" b="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600" dirty="0">
              <a:solidFill>
                <a:schemeClr val="bg1"/>
              </a:solidFill>
            </a:endParaRPr>
          </a:p>
        </p:txBody>
      </p:sp>
      <p:sp>
        <p:nvSpPr>
          <p:cNvPr id="10" name="Content Placeholder 19"/>
          <p:cNvSpPr>
            <a:spLocks noGrp="1"/>
          </p:cNvSpPr>
          <p:nvPr>
            <p:ph sz="quarter" idx="11" hasCustomPrompt="1"/>
          </p:nvPr>
        </p:nvSpPr>
        <p:spPr>
          <a:xfrm>
            <a:off x="457201" y="4489038"/>
            <a:ext cx="4359965" cy="270773"/>
          </a:xfrm>
        </p:spPr>
        <p:txBody>
          <a:bodyPr anchor="b">
            <a:noAutofit/>
          </a:bodyPr>
          <a:lstStyle>
            <a:lvl1pPr marL="0" indent="0">
              <a:buFontTx/>
              <a:buNone/>
              <a:defRPr sz="1400">
                <a:solidFill>
                  <a:schemeClr val="bg1"/>
                </a:solidFill>
              </a:defRPr>
            </a:lvl1pPr>
          </a:lstStyle>
          <a:p>
            <a:pPr lvl="0"/>
            <a:r>
              <a:rPr lang="en-US" dirty="0"/>
              <a:t>Insert date</a:t>
            </a:r>
          </a:p>
        </p:txBody>
      </p:sp>
      <p:pic>
        <p:nvPicPr>
          <p:cNvPr id="17" name="Picture 1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6359" y="3977451"/>
            <a:ext cx="1220724" cy="954606"/>
          </a:xfrm>
          <a:prstGeom prst="rect">
            <a:avLst/>
          </a:prstGeom>
        </p:spPr>
      </p:pic>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743032" y="288437"/>
            <a:ext cx="1110549" cy="878400"/>
          </a:xfrm>
          <a:prstGeom prst="rect">
            <a:avLst/>
          </a:prstGeom>
        </p:spPr>
      </p:pic>
    </p:spTree>
    <p:extLst>
      <p:ext uri="{BB962C8B-B14F-4D97-AF65-F5344CB8AC3E}">
        <p14:creationId xmlns:p14="http://schemas.microsoft.com/office/powerpoint/2010/main" val="2836491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7" name="Picture 6" descr="Untitled-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76659" y="3873316"/>
            <a:ext cx="918972" cy="1004062"/>
          </a:xfrm>
          <a:prstGeom prst="rect">
            <a:avLst/>
          </a:prstGeom>
        </p:spPr>
      </p:pic>
      <p:sp>
        <p:nvSpPr>
          <p:cNvPr id="8" name="Content Placeholder 19"/>
          <p:cNvSpPr>
            <a:spLocks noGrp="1"/>
          </p:cNvSpPr>
          <p:nvPr>
            <p:ph sz="quarter" idx="10" hasCustomPrompt="1"/>
          </p:nvPr>
        </p:nvSpPr>
        <p:spPr>
          <a:xfrm>
            <a:off x="609600" y="3310002"/>
            <a:ext cx="6812020" cy="385514"/>
          </a:xfrm>
        </p:spPr>
        <p:txBody>
          <a:bodyPr>
            <a:normAutofit/>
          </a:bodyPr>
          <a:lstStyle>
            <a:lvl1pPr marL="0" indent="0">
              <a:buFontTx/>
              <a:buNone/>
              <a:defRPr sz="1800">
                <a:solidFill>
                  <a:schemeClr val="bg1"/>
                </a:solidFill>
              </a:defRPr>
            </a:lvl1pPr>
          </a:lstStyle>
          <a:p>
            <a:pPr lvl="0"/>
            <a:r>
              <a:rPr lang="en-US" dirty="0"/>
              <a:t>Name Surname</a:t>
            </a:r>
          </a:p>
        </p:txBody>
      </p:sp>
      <p:sp>
        <p:nvSpPr>
          <p:cNvPr id="12" name="Content Placeholder 19"/>
          <p:cNvSpPr>
            <a:spLocks noGrp="1"/>
          </p:cNvSpPr>
          <p:nvPr>
            <p:ph sz="quarter" idx="11" hasCustomPrompt="1"/>
          </p:nvPr>
        </p:nvSpPr>
        <p:spPr>
          <a:xfrm>
            <a:off x="609600" y="1378498"/>
            <a:ext cx="7111312" cy="1835155"/>
          </a:xfrm>
        </p:spPr>
        <p:txBody>
          <a:bodyPr>
            <a:normAutofit/>
          </a:bodyPr>
          <a:lstStyle>
            <a:lvl1pPr marL="0" indent="0">
              <a:buFontTx/>
              <a:buNone/>
              <a:defRPr sz="3600">
                <a:solidFill>
                  <a:schemeClr val="bg1"/>
                </a:solidFill>
                <a:latin typeface="Arial"/>
                <a:cs typeface="Arial"/>
              </a:defRPr>
            </a:lvl1pPr>
          </a:lstStyle>
          <a:p>
            <a:r>
              <a:rPr lang="en-GB" sz="3600" b="0" dirty="0">
                <a:solidFill>
                  <a:schemeClr val="bg1"/>
                </a:solidFill>
                <a:latin typeface="+mn-lt"/>
                <a:cs typeface="Arial"/>
              </a:rPr>
              <a:t>“You can use this slide to pull out a quote. Use point size 36.”</a:t>
            </a:r>
            <a:endParaRPr lang="en-US" sz="3600" b="0" dirty="0">
              <a:solidFill>
                <a:schemeClr val="bg1"/>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43032" y="288437"/>
            <a:ext cx="1110549" cy="878400"/>
          </a:xfrm>
          <a:prstGeom prst="rect">
            <a:avLst/>
          </a:prstGeom>
        </p:spPr>
      </p:pic>
    </p:spTree>
    <p:extLst>
      <p:ext uri="{BB962C8B-B14F-4D97-AF65-F5344CB8AC3E}">
        <p14:creationId xmlns:p14="http://schemas.microsoft.com/office/powerpoint/2010/main" val="3579552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2" y="1260221"/>
            <a:ext cx="7356816" cy="2963052"/>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itle 1"/>
          <p:cNvSpPr>
            <a:spLocks noGrp="1"/>
          </p:cNvSpPr>
          <p:nvPr>
            <p:ph type="title"/>
          </p:nvPr>
        </p:nvSpPr>
        <p:spPr>
          <a:xfrm>
            <a:off x="457202" y="562434"/>
            <a:ext cx="7356815" cy="500794"/>
          </a:xfrm>
        </p:spPr>
        <p:txBody>
          <a:bodyPr/>
          <a:lstStyle/>
          <a:p>
            <a:r>
              <a:rPr lang="en-GB"/>
              <a:t>Click to edit Master title style</a:t>
            </a:r>
            <a:endParaRPr lang="en-US"/>
          </a:p>
        </p:txBody>
      </p:sp>
      <p:sp>
        <p:nvSpPr>
          <p:cNvPr id="2" name="Slide Number Placeholder 1"/>
          <p:cNvSpPr>
            <a:spLocks noGrp="1"/>
          </p:cNvSpPr>
          <p:nvPr>
            <p:ph type="sldNum" sz="quarter" idx="10"/>
          </p:nvPr>
        </p:nvSpPr>
        <p:spPr/>
        <p:txBody>
          <a:bodyPr/>
          <a:lstStyle/>
          <a:p>
            <a:fld id="{61E112CC-F5C7-5E43-8EAA-F554FEB5E453}" type="slidenum">
              <a:rPr lang="en-US" smtClean="0"/>
              <a:pPr/>
              <a:t>‹#›</a:t>
            </a:fld>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359" y="3961338"/>
            <a:ext cx="1220724" cy="954606"/>
          </a:xfrm>
          <a:prstGeom prst="rect">
            <a:avLst/>
          </a:prstGeom>
        </p:spPr>
      </p:pic>
    </p:spTree>
    <p:extLst>
      <p:ext uri="{BB962C8B-B14F-4D97-AF65-F5344CB8AC3E}">
        <p14:creationId xmlns:p14="http://schemas.microsoft.com/office/powerpoint/2010/main" val="1577180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no arrow)">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Slide Number Placeholder 2"/>
          <p:cNvSpPr>
            <a:spLocks noGrp="1"/>
          </p:cNvSpPr>
          <p:nvPr>
            <p:ph type="sldNum" sz="quarter" idx="10"/>
          </p:nvPr>
        </p:nvSpPr>
        <p:spPr>
          <a:xfrm>
            <a:off x="2002009" y="4767263"/>
            <a:ext cx="2133600" cy="273844"/>
          </a:xfrm>
        </p:spPr>
        <p:txBody>
          <a:bodyPr/>
          <a:lstStyle>
            <a:lvl1pPr algn="l">
              <a:defRPr/>
            </a:lvl1pPr>
          </a:lstStyle>
          <a:p>
            <a:fld id="{67DE7D0A-5CC0-CD4F-AD63-02ED5F8284D6}" type="slidenum">
              <a:rPr lang="en-US" smtClean="0"/>
              <a:pPr/>
              <a:t>‹#›</a:t>
            </a:fld>
            <a:endParaRPr lang="en-US" dirty="0"/>
          </a:p>
        </p:txBody>
      </p:sp>
      <p:sp>
        <p:nvSpPr>
          <p:cNvPr id="4" name="Content Placeholder 2"/>
          <p:cNvSpPr>
            <a:spLocks noGrp="1"/>
          </p:cNvSpPr>
          <p:nvPr>
            <p:ph idx="1"/>
          </p:nvPr>
        </p:nvSpPr>
        <p:spPr>
          <a:xfrm>
            <a:off x="457202" y="1260221"/>
            <a:ext cx="7356816" cy="2963052"/>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9936163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2" y="1260221"/>
            <a:ext cx="7356816" cy="296305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1" name="Slide Number Placeholder 5"/>
          <p:cNvSpPr>
            <a:spLocks noGrp="1"/>
          </p:cNvSpPr>
          <p:nvPr>
            <p:ph type="sldNum" sz="quarter" idx="4"/>
          </p:nvPr>
        </p:nvSpPr>
        <p:spPr>
          <a:xfrm>
            <a:off x="2002009" y="4767263"/>
            <a:ext cx="2133600" cy="273844"/>
          </a:xfrm>
          <a:prstGeom prst="rect">
            <a:avLst/>
          </a:prstGeom>
        </p:spPr>
        <p:txBody>
          <a:bodyPr vert="horz" lIns="91440" tIns="45720" rIns="91440" bIns="45720" rtlCol="0" anchor="ctr"/>
          <a:lstStyle>
            <a:lvl1pPr algn="l">
              <a:defRPr sz="1000">
                <a:solidFill>
                  <a:schemeClr val="tx2"/>
                </a:solidFill>
                <a:latin typeface="Arial"/>
                <a:cs typeface="Arial"/>
              </a:defRPr>
            </a:lvl1pPr>
          </a:lstStyle>
          <a:p>
            <a:fld id="{61E112CC-F5C7-5E43-8EAA-F554FEB5E453}" type="slidenum">
              <a:rPr lang="en-US" smtClean="0"/>
              <a:pPr/>
              <a:t>‹#›</a:t>
            </a:fld>
            <a:endParaRPr lang="en-US" dirty="0"/>
          </a:p>
        </p:txBody>
      </p:sp>
      <p:sp>
        <p:nvSpPr>
          <p:cNvPr id="23" name="Date Placeholder 3"/>
          <p:cNvSpPr txBox="1">
            <a:spLocks/>
          </p:cNvSpPr>
          <p:nvPr userDrawn="1"/>
        </p:nvSpPr>
        <p:spPr>
          <a:xfrm>
            <a:off x="457200" y="4767263"/>
            <a:ext cx="2133600" cy="273844"/>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rtl="0"/>
            <a:r>
              <a:rPr lang="en-GB" sz="1000" b="0" i="0" u="none" strike="noStrike" kern="1200" baseline="0" dirty="0" err="1">
                <a:solidFill>
                  <a:schemeClr val="tx1"/>
                </a:solidFill>
                <a:latin typeface="Arial"/>
                <a:ea typeface="+mn-ea"/>
                <a:cs typeface="Arial"/>
              </a:rPr>
              <a:t>www.england.nhs.uk</a:t>
            </a:r>
            <a:endParaRPr lang="en-GB" sz="1000" b="0" i="0" u="none" strike="noStrike" kern="1200" baseline="0" dirty="0">
              <a:solidFill>
                <a:schemeClr val="tx1"/>
              </a:solidFill>
              <a:latin typeface="Arial"/>
              <a:ea typeface="+mn-ea"/>
              <a:cs typeface="Arial"/>
            </a:endParaRPr>
          </a:p>
        </p:txBody>
      </p:sp>
      <p:sp>
        <p:nvSpPr>
          <p:cNvPr id="26" name="Title Placeholder 1"/>
          <p:cNvSpPr>
            <a:spLocks noGrp="1"/>
          </p:cNvSpPr>
          <p:nvPr>
            <p:ph type="title"/>
          </p:nvPr>
        </p:nvSpPr>
        <p:spPr>
          <a:xfrm>
            <a:off x="457202" y="562434"/>
            <a:ext cx="7356815" cy="500794"/>
          </a:xfrm>
          <a:prstGeom prst="rect">
            <a:avLst/>
          </a:prstGeom>
        </p:spPr>
        <p:txBody>
          <a:bodyPr vert="horz" lIns="91440" tIns="45720" rIns="91440" bIns="45720" rtlCol="0" anchor="ctr">
            <a:normAutofit/>
          </a:bodyPr>
          <a:lstStyle/>
          <a:p>
            <a:r>
              <a:rPr lang="en-GB" sz="3600" b="1" dirty="0">
                <a:solidFill>
                  <a:schemeClr val="tx2"/>
                </a:solidFill>
                <a:latin typeface="+mj-lt"/>
                <a:cs typeface="Arial"/>
              </a:rPr>
              <a:t>Click</a:t>
            </a:r>
            <a:r>
              <a:rPr lang="en-GB" sz="3600" b="1" baseline="0" dirty="0">
                <a:solidFill>
                  <a:schemeClr val="tx2"/>
                </a:solidFill>
                <a:latin typeface="+mj-lt"/>
                <a:cs typeface="Arial"/>
              </a:rPr>
              <a:t> to edit the master title style</a:t>
            </a:r>
            <a:endParaRPr lang="en-GB" sz="3600" b="1" dirty="0">
              <a:solidFill>
                <a:schemeClr val="tx2"/>
              </a:solidFill>
              <a:latin typeface="+mj-lt"/>
              <a:cs typeface="Arial"/>
            </a:endParaRPr>
          </a:p>
        </p:txBody>
      </p:sp>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7833630" y="371210"/>
            <a:ext cx="927657" cy="718608"/>
          </a:xfrm>
          <a:prstGeom prst="rect">
            <a:avLst/>
          </a:prstGeom>
        </p:spPr>
      </p:pic>
    </p:spTree>
    <p:extLst>
      <p:ext uri="{BB962C8B-B14F-4D97-AF65-F5344CB8AC3E}">
        <p14:creationId xmlns:p14="http://schemas.microsoft.com/office/powerpoint/2010/main" val="2531189095"/>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80" r:id="rId3"/>
    <p:sldLayoutId id="2147483650" r:id="rId4"/>
    <p:sldLayoutId id="2147483678" r:id="rId5"/>
  </p:sldLayoutIdLst>
  <p:hf hdr="0" ftr="0" dt="0"/>
  <p:txStyles>
    <p:titleStyle>
      <a:lvl1pPr algn="l" defTabSz="457200" rtl="0" eaLnBrk="1" latinLnBrk="0" hangingPunct="1">
        <a:spcBef>
          <a:spcPct val="0"/>
        </a:spcBef>
        <a:buNone/>
        <a:defRPr lang="en-GB" sz="3600" b="1" i="0" kern="1200" baseline="0" smtClean="0">
          <a:solidFill>
            <a:schemeClr val="tx2"/>
          </a:solidFill>
          <a:latin typeface="Arial"/>
          <a:ea typeface="+mj-ea"/>
          <a:cs typeface="Arial"/>
        </a:defRPr>
      </a:lvl1pPr>
    </p:titleStyle>
    <p:bodyStyle>
      <a:lvl1pPr marL="342900" indent="-342900" algn="l" defTabSz="457200" rtl="0" eaLnBrk="1" latinLnBrk="0" hangingPunct="1">
        <a:spcBef>
          <a:spcPct val="20000"/>
        </a:spcBef>
        <a:buClr>
          <a:schemeClr val="tx2"/>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tx2"/>
        </a:buClr>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Clr>
          <a:schemeClr val="tx2"/>
        </a:buClr>
        <a:buFont typeface="Arial"/>
        <a:buChar char="•"/>
        <a:defRPr sz="1800" kern="1200">
          <a:solidFill>
            <a:schemeClr val="tx1"/>
          </a:solidFill>
          <a:latin typeface="+mn-lt"/>
          <a:ea typeface="+mn-ea"/>
          <a:cs typeface="+mn-cs"/>
        </a:defRPr>
      </a:lvl3pPr>
      <a:lvl4pPr marL="1600200" indent="-228600" algn="l" defTabSz="457200" rtl="0" eaLnBrk="1" latinLnBrk="0" hangingPunct="1">
        <a:spcBef>
          <a:spcPct val="20000"/>
        </a:spcBef>
        <a:buClr>
          <a:schemeClr val="tx2"/>
        </a:buClr>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Clr>
          <a:schemeClr val="tx2"/>
        </a:buClr>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png"/><Relationship Id="rId16" Type="http://schemas.openxmlformats.org/officeDocument/2006/relationships/hyperlink" Target="https://nhsengland.sharepoint.com/TeamCentre/VisionandValues/Pages/VisualIdentityHub.aspx" TargetMode="External"/><Relationship Id="rId1" Type="http://schemas.openxmlformats.org/officeDocument/2006/relationships/slideLayout" Target="../slideLayouts/slideLayout5.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Leadership links with care</a:t>
            </a:r>
            <a:endParaRPr lang="en-US" dirty="0"/>
          </a:p>
        </p:txBody>
      </p:sp>
      <p:sp>
        <p:nvSpPr>
          <p:cNvPr id="3" name="Content Placeholder 2"/>
          <p:cNvSpPr>
            <a:spLocks noGrp="1"/>
          </p:cNvSpPr>
          <p:nvPr>
            <p:ph sz="quarter" idx="10"/>
          </p:nvPr>
        </p:nvSpPr>
        <p:spPr/>
        <p:txBody>
          <a:bodyPr/>
          <a:lstStyle/>
          <a:p>
            <a:endParaRPr lang="en-US"/>
          </a:p>
        </p:txBody>
      </p:sp>
      <p:sp>
        <p:nvSpPr>
          <p:cNvPr id="4" name="Content Placeholder 3"/>
          <p:cNvSpPr>
            <a:spLocks noGrp="1"/>
          </p:cNvSpPr>
          <p:nvPr>
            <p:ph sz="quarter" idx="11"/>
          </p:nvPr>
        </p:nvSpPr>
        <p:spPr/>
        <p:txBody>
          <a:bodyPr/>
          <a:lstStyle/>
          <a:p>
            <a:endParaRPr lang="en-US" dirty="0"/>
          </a:p>
        </p:txBody>
      </p:sp>
    </p:spTree>
    <p:extLst>
      <p:ext uri="{BB962C8B-B14F-4D97-AF65-F5344CB8AC3E}">
        <p14:creationId xmlns:p14="http://schemas.microsoft.com/office/powerpoint/2010/main" val="833375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28650" y="273843"/>
            <a:ext cx="7886700" cy="994173"/>
          </a:xfrm>
        </p:spPr>
        <p:txBody>
          <a:bodyPr vert="horz" lIns="91440" tIns="45720" rIns="91440" bIns="45720" rtlCol="0" anchor="ctr">
            <a:normAutofit/>
          </a:bodyPr>
          <a:lstStyle/>
          <a:p>
            <a:pPr defTabSz="914400">
              <a:lnSpc>
                <a:spcPct val="90000"/>
              </a:lnSpc>
            </a:pPr>
            <a:r>
              <a:rPr lang="en-US" sz="4400" kern="1200">
                <a:solidFill>
                  <a:schemeClr val="tx1"/>
                </a:solidFill>
                <a:latin typeface="+mj-lt"/>
                <a:ea typeface="+mj-ea"/>
                <a:cs typeface="+mj-cs"/>
              </a:rPr>
              <a:t>Background and purpose</a:t>
            </a:r>
          </a:p>
        </p:txBody>
      </p:sp>
      <p:sp>
        <p:nvSpPr>
          <p:cNvPr id="4" name="Slide Number Placeholder 3"/>
          <p:cNvSpPr>
            <a:spLocks noGrp="1"/>
          </p:cNvSpPr>
          <p:nvPr>
            <p:ph type="sldNum" sz="quarter" idx="10"/>
          </p:nvPr>
        </p:nvSpPr>
        <p:spPr>
          <a:xfrm>
            <a:off x="6457950" y="4767262"/>
            <a:ext cx="2057400" cy="273844"/>
          </a:xfrm>
        </p:spPr>
        <p:txBody>
          <a:bodyPr vert="horz" lIns="91440" tIns="45720" rIns="91440" bIns="45720" rtlCol="0" anchor="ctr">
            <a:normAutofit/>
          </a:bodyPr>
          <a:lstStyle/>
          <a:p>
            <a:pPr algn="r" defTabSz="914400">
              <a:lnSpc>
                <a:spcPct val="90000"/>
              </a:lnSpc>
              <a:spcAft>
                <a:spcPts val="600"/>
              </a:spcAft>
            </a:pPr>
            <a:fld id="{61E112CC-F5C7-5E43-8EAA-F554FEB5E453}" type="slidenum">
              <a:rPr lang="en-US" sz="1200">
                <a:solidFill>
                  <a:schemeClr val="tx1">
                    <a:tint val="75000"/>
                  </a:schemeClr>
                </a:solidFill>
                <a:latin typeface="+mn-lt"/>
                <a:cs typeface="+mn-cs"/>
              </a:rPr>
              <a:pPr algn="r" defTabSz="914400">
                <a:lnSpc>
                  <a:spcPct val="90000"/>
                </a:lnSpc>
                <a:spcAft>
                  <a:spcPts val="600"/>
                </a:spcAft>
              </a:pPr>
              <a:t>2</a:t>
            </a:fld>
            <a:endParaRPr lang="en-US" sz="1200">
              <a:solidFill>
                <a:schemeClr val="tx1">
                  <a:tint val="75000"/>
                </a:schemeClr>
              </a:solidFill>
              <a:latin typeface="+mn-lt"/>
              <a:cs typeface="+mn-cs"/>
            </a:endParaRPr>
          </a:p>
        </p:txBody>
      </p:sp>
      <p:sp>
        <p:nvSpPr>
          <p:cNvPr id="2" name="Content Placeholder 1">
            <a:extLst>
              <a:ext uri="{FF2B5EF4-FFF2-40B4-BE49-F238E27FC236}">
                <a16:creationId xmlns:a16="http://schemas.microsoft.com/office/drawing/2014/main" id="{296F7F31-02B9-4ACF-A196-4D8819897526}"/>
              </a:ext>
            </a:extLst>
          </p:cNvPr>
          <p:cNvSpPr>
            <a:spLocks noGrp="1"/>
          </p:cNvSpPr>
          <p:nvPr>
            <p:ph idx="1"/>
          </p:nvPr>
        </p:nvSpPr>
        <p:spPr/>
        <p:txBody>
          <a:bodyPr/>
          <a:lstStyle/>
          <a:p>
            <a:pPr lvl="0"/>
            <a:r>
              <a:rPr lang="en-GB" dirty="0"/>
              <a:t>I need to engage in a dialogue about what I as a leader could do to enhance my leadership approach based on what the evidence tells us </a:t>
            </a:r>
            <a:endParaRPr lang="en-US" dirty="0"/>
          </a:p>
          <a:p>
            <a:pPr lvl="0"/>
            <a:r>
              <a:rPr lang="en-GB" dirty="0"/>
              <a:t>After the session, I need to record my reflections about the teaching activities and what I have learnt about how I own leadership impacts on patient care and experience</a:t>
            </a:r>
            <a:endParaRPr lang="en-US" dirty="0"/>
          </a:p>
        </p:txBody>
      </p:sp>
    </p:spTree>
    <p:extLst>
      <p:ext uri="{BB962C8B-B14F-4D97-AF65-F5344CB8AC3E}">
        <p14:creationId xmlns:p14="http://schemas.microsoft.com/office/powerpoint/2010/main" val="205799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aphicFrame>
        <p:nvGraphicFramePr>
          <p:cNvPr id="25" name="Content Placeholder 1"/>
          <p:cNvGraphicFramePr>
            <a:graphicFrameLocks noGrp="1"/>
          </p:cNvGraphicFramePr>
          <p:nvPr>
            <p:ph idx="1"/>
            <p:extLst>
              <p:ext uri="{D42A27DB-BD31-4B8C-83A1-F6EECF244321}">
                <p14:modId xmlns:p14="http://schemas.microsoft.com/office/powerpoint/2010/main" val="374287968"/>
              </p:ext>
            </p:extLst>
          </p:nvPr>
        </p:nvGraphicFramePr>
        <p:xfrm>
          <a:off x="628650" y="1369218"/>
          <a:ext cx="696087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628650" y="273843"/>
            <a:ext cx="7059930" cy="994173"/>
          </a:xfrm>
        </p:spPr>
        <p:txBody>
          <a:bodyPr vert="horz" lIns="91440" tIns="45720" rIns="91440" bIns="45720" rtlCol="0" anchor="ctr">
            <a:normAutofit/>
          </a:bodyPr>
          <a:lstStyle/>
          <a:p>
            <a:pPr defTabSz="914400">
              <a:lnSpc>
                <a:spcPct val="90000"/>
              </a:lnSpc>
            </a:pPr>
            <a:r>
              <a:rPr lang="en-US" sz="3100" kern="1200" dirty="0">
                <a:solidFill>
                  <a:schemeClr val="tx1"/>
                </a:solidFill>
                <a:latin typeface="+mj-lt"/>
                <a:ea typeface="+mj-ea"/>
                <a:cs typeface="+mj-cs"/>
              </a:rPr>
              <a:t>How leadership is linked to healthcare improvement</a:t>
            </a:r>
          </a:p>
        </p:txBody>
      </p:sp>
      <p:sp>
        <p:nvSpPr>
          <p:cNvPr id="4" name="Slide Number Placeholder 3"/>
          <p:cNvSpPr>
            <a:spLocks noGrp="1"/>
          </p:cNvSpPr>
          <p:nvPr>
            <p:ph type="sldNum" sz="quarter" idx="10"/>
          </p:nvPr>
        </p:nvSpPr>
        <p:spPr>
          <a:xfrm>
            <a:off x="6457950" y="4767262"/>
            <a:ext cx="2057400" cy="273844"/>
          </a:xfrm>
        </p:spPr>
        <p:txBody>
          <a:bodyPr vert="horz" lIns="91440" tIns="45720" rIns="91440" bIns="45720" rtlCol="0" anchor="ctr">
            <a:normAutofit/>
          </a:bodyPr>
          <a:lstStyle/>
          <a:p>
            <a:pPr algn="r" defTabSz="914400">
              <a:lnSpc>
                <a:spcPct val="90000"/>
              </a:lnSpc>
              <a:spcAft>
                <a:spcPts val="600"/>
              </a:spcAft>
            </a:pPr>
            <a:fld id="{61E112CC-F5C7-5E43-8EAA-F554FEB5E453}" type="slidenum">
              <a:rPr lang="en-US" sz="1200">
                <a:solidFill>
                  <a:schemeClr val="tx1">
                    <a:tint val="75000"/>
                  </a:schemeClr>
                </a:solidFill>
                <a:latin typeface="+mn-lt"/>
                <a:cs typeface="+mn-cs"/>
              </a:rPr>
              <a:pPr algn="r" defTabSz="914400">
                <a:lnSpc>
                  <a:spcPct val="90000"/>
                </a:lnSpc>
                <a:spcAft>
                  <a:spcPts val="600"/>
                </a:spcAft>
              </a:pPr>
              <a:t>3</a:t>
            </a:fld>
            <a:endParaRPr lang="en-US" sz="1200">
              <a:solidFill>
                <a:schemeClr val="tx1">
                  <a:tint val="75000"/>
                </a:schemeClr>
              </a:solidFill>
              <a:latin typeface="+mn-lt"/>
              <a:cs typeface="+mn-cs"/>
            </a:endParaRPr>
          </a:p>
        </p:txBody>
      </p:sp>
    </p:spTree>
    <p:extLst>
      <p:ext uri="{BB962C8B-B14F-4D97-AF65-F5344CB8AC3E}">
        <p14:creationId xmlns:p14="http://schemas.microsoft.com/office/powerpoint/2010/main" val="436313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GB" sz="1400" dirty="0"/>
              <a:t>There is a growing body of evidence about the effect of leadership on the climate within a team, with subsequent impact on outcomes. Several studies have illustrated that in a public sector and healthcare context, team leadership can:</a:t>
            </a:r>
          </a:p>
          <a:p>
            <a:pPr lvl="1" fontAlgn="b"/>
            <a:endParaRPr lang="en-GB" sz="1400" dirty="0"/>
          </a:p>
          <a:p>
            <a:endParaRPr lang="en-US" sz="1400" dirty="0"/>
          </a:p>
        </p:txBody>
      </p:sp>
      <p:sp>
        <p:nvSpPr>
          <p:cNvPr id="3" name="Title 2"/>
          <p:cNvSpPr>
            <a:spLocks noGrp="1"/>
          </p:cNvSpPr>
          <p:nvPr>
            <p:ph type="title"/>
          </p:nvPr>
        </p:nvSpPr>
        <p:spPr/>
        <p:txBody>
          <a:bodyPr>
            <a:normAutofit fontScale="90000"/>
          </a:bodyPr>
          <a:lstStyle/>
          <a:p>
            <a:r>
              <a:rPr lang="en-GB" dirty="0"/>
              <a:t>Team leadership</a:t>
            </a:r>
            <a:endParaRPr lang="en-US" dirty="0"/>
          </a:p>
        </p:txBody>
      </p:sp>
      <p:sp>
        <p:nvSpPr>
          <p:cNvPr id="4" name="Slide Number Placeholder 3"/>
          <p:cNvSpPr>
            <a:spLocks noGrp="1"/>
          </p:cNvSpPr>
          <p:nvPr>
            <p:ph type="sldNum" sz="quarter" idx="10"/>
          </p:nvPr>
        </p:nvSpPr>
        <p:spPr/>
        <p:txBody>
          <a:bodyPr/>
          <a:lstStyle/>
          <a:p>
            <a:fld id="{61E112CC-F5C7-5E43-8EAA-F554FEB5E453}" type="slidenum">
              <a:rPr lang="en-US" smtClean="0"/>
              <a:pPr/>
              <a:t>4</a:t>
            </a:fld>
            <a:endParaRPr lang="en-US" dirty="0"/>
          </a:p>
        </p:txBody>
      </p:sp>
      <p:graphicFrame>
        <p:nvGraphicFramePr>
          <p:cNvPr id="10" name="Diagram 9">
            <a:extLst>
              <a:ext uri="{FF2B5EF4-FFF2-40B4-BE49-F238E27FC236}">
                <a16:creationId xmlns:a16="http://schemas.microsoft.com/office/drawing/2014/main" id="{ACA76035-2FA7-4237-AA4F-D9F3B5151481}"/>
              </a:ext>
            </a:extLst>
          </p:cNvPr>
          <p:cNvGraphicFramePr/>
          <p:nvPr>
            <p:extLst>
              <p:ext uri="{D42A27DB-BD31-4B8C-83A1-F6EECF244321}">
                <p14:modId xmlns:p14="http://schemas.microsoft.com/office/powerpoint/2010/main" val="375253306"/>
              </p:ext>
            </p:extLst>
          </p:nvPr>
        </p:nvGraphicFramePr>
        <p:xfrm>
          <a:off x="845156" y="2017487"/>
          <a:ext cx="6712499" cy="27497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7218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close up of a logo&#10;&#10;Description generated with high confidence">
            <a:extLst>
              <a:ext uri="{FF2B5EF4-FFF2-40B4-BE49-F238E27FC236}">
                <a16:creationId xmlns:a16="http://schemas.microsoft.com/office/drawing/2014/main" id="{73097775-4A7C-44EE-9EA4-C1F339E9BE43}"/>
              </a:ext>
            </a:extLst>
          </p:cNvPr>
          <p:cNvPicPr>
            <a:picLocks noChangeAspect="1"/>
          </p:cNvPicPr>
          <p:nvPr/>
        </p:nvPicPr>
        <p:blipFill rotWithShape="1">
          <a:blip r:embed="rId2"/>
          <a:srcRect t="1306" r="2" b="2"/>
          <a:stretch/>
        </p:blipFill>
        <p:spPr>
          <a:xfrm>
            <a:off x="3479292" y="10"/>
            <a:ext cx="5664708" cy="5143490"/>
          </a:xfrm>
          <a:prstGeom prst="rect">
            <a:avLst/>
          </a:prstGeom>
          <a:effectLst/>
        </p:spPr>
      </p:pic>
      <p:sp>
        <p:nvSpPr>
          <p:cNvPr id="2" name="Content Placeholder 1"/>
          <p:cNvSpPr>
            <a:spLocks noGrp="1"/>
          </p:cNvSpPr>
          <p:nvPr>
            <p:ph idx="1"/>
          </p:nvPr>
        </p:nvSpPr>
        <p:spPr>
          <a:xfrm>
            <a:off x="486698" y="1828800"/>
            <a:ext cx="2738599" cy="2839064"/>
          </a:xfrm>
        </p:spPr>
        <p:txBody>
          <a:bodyPr vert="horz" lIns="91440" tIns="45720" rIns="91440" bIns="45720" rtlCol="0">
            <a:normAutofit/>
          </a:bodyPr>
          <a:lstStyle/>
          <a:p>
            <a:pPr indent="-228600" defTabSz="914400">
              <a:lnSpc>
                <a:spcPct val="90000"/>
              </a:lnSpc>
              <a:buFont typeface="Arial" panose="020B0604020202020204" pitchFamily="34" charset="0"/>
              <a:buChar char="•"/>
            </a:pPr>
            <a:r>
              <a:rPr lang="en-US" sz="1400"/>
              <a:t>Can you can see how the research evidence shows that leaders can have a positive (or detrimental) impact on team performance?</a:t>
            </a:r>
          </a:p>
        </p:txBody>
      </p:sp>
      <p:sp>
        <p:nvSpPr>
          <p:cNvPr id="3" name="Title 2"/>
          <p:cNvSpPr>
            <a:spLocks noGrp="1"/>
          </p:cNvSpPr>
          <p:nvPr>
            <p:ph type="title"/>
          </p:nvPr>
        </p:nvSpPr>
        <p:spPr>
          <a:xfrm>
            <a:off x="486696" y="471949"/>
            <a:ext cx="2738601" cy="1257452"/>
          </a:xfrm>
        </p:spPr>
        <p:txBody>
          <a:bodyPr vert="horz" lIns="91440" tIns="45720" rIns="91440" bIns="45720" rtlCol="0" anchor="ctr">
            <a:normAutofit/>
          </a:bodyPr>
          <a:lstStyle/>
          <a:p>
            <a:pPr defTabSz="914400">
              <a:lnSpc>
                <a:spcPct val="90000"/>
              </a:lnSpc>
            </a:pPr>
            <a:r>
              <a:rPr lang="en-US" sz="3700">
                <a:solidFill>
                  <a:schemeClr val="tx1"/>
                </a:solidFill>
                <a:latin typeface="+mj-lt"/>
                <a:cs typeface="+mj-cs"/>
              </a:rPr>
              <a:t>Team leadership</a:t>
            </a:r>
          </a:p>
        </p:txBody>
      </p:sp>
      <p:sp>
        <p:nvSpPr>
          <p:cNvPr id="4" name="Slide Number Placeholder 3"/>
          <p:cNvSpPr>
            <a:spLocks noGrp="1"/>
          </p:cNvSpPr>
          <p:nvPr>
            <p:ph type="sldNum" sz="quarter" idx="10"/>
          </p:nvPr>
        </p:nvSpPr>
        <p:spPr>
          <a:xfrm>
            <a:off x="8140446" y="4767262"/>
            <a:ext cx="514350" cy="273844"/>
          </a:xfrm>
        </p:spPr>
        <p:txBody>
          <a:bodyPr vert="horz" lIns="91440" tIns="45720" rIns="91440" bIns="45720" rtlCol="0" anchor="ctr">
            <a:normAutofit/>
          </a:bodyPr>
          <a:lstStyle/>
          <a:p>
            <a:pPr defTabSz="914400">
              <a:lnSpc>
                <a:spcPct val="90000"/>
              </a:lnSpc>
              <a:spcAft>
                <a:spcPts val="600"/>
              </a:spcAft>
              <a:defRPr/>
            </a:pPr>
            <a:fld id="{61E112CC-F5C7-5E43-8EAA-F554FEB5E453}" type="slidenum">
              <a:rPr lang="en-US" sz="1200">
                <a:solidFill>
                  <a:srgbClr val="FFFFFF"/>
                </a:solidFill>
                <a:latin typeface="Calibri" panose="020F0502020204030204"/>
                <a:cs typeface="+mn-cs"/>
              </a:rPr>
              <a:pPr defTabSz="914400">
                <a:lnSpc>
                  <a:spcPct val="90000"/>
                </a:lnSpc>
                <a:spcAft>
                  <a:spcPts val="600"/>
                </a:spcAft>
                <a:defRPr/>
              </a:pPr>
              <a:t>5</a:t>
            </a:fld>
            <a:endParaRPr lang="en-US" sz="1200">
              <a:solidFill>
                <a:srgbClr val="FFFFFF"/>
              </a:solidFill>
              <a:latin typeface="Calibri" panose="020F0502020204030204"/>
              <a:cs typeface="+mn-cs"/>
            </a:endParaRPr>
          </a:p>
        </p:txBody>
      </p:sp>
    </p:spTree>
    <p:extLst>
      <p:ext uri="{BB962C8B-B14F-4D97-AF65-F5344CB8AC3E}">
        <p14:creationId xmlns:p14="http://schemas.microsoft.com/office/powerpoint/2010/main" val="2324307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28650" y="273843"/>
            <a:ext cx="7128510" cy="994173"/>
          </a:xfrm>
        </p:spPr>
        <p:txBody>
          <a:bodyPr vert="horz" lIns="91440" tIns="45720" rIns="91440" bIns="45720" rtlCol="0" anchor="ctr">
            <a:normAutofit fontScale="90000"/>
          </a:bodyPr>
          <a:lstStyle/>
          <a:p>
            <a:pPr defTabSz="914400">
              <a:lnSpc>
                <a:spcPct val="90000"/>
              </a:lnSpc>
            </a:pPr>
            <a:r>
              <a:rPr lang="en-US" sz="3700" kern="1200" dirty="0">
                <a:solidFill>
                  <a:schemeClr val="tx1"/>
                </a:solidFill>
                <a:latin typeface="+mj-lt"/>
                <a:ea typeface="+mj-ea"/>
                <a:cs typeface="+mj-cs"/>
              </a:rPr>
              <a:t>Positive emotional environment</a:t>
            </a:r>
          </a:p>
        </p:txBody>
      </p:sp>
      <p:sp>
        <p:nvSpPr>
          <p:cNvPr id="4" name="Slide Number Placeholder 3"/>
          <p:cNvSpPr>
            <a:spLocks noGrp="1"/>
          </p:cNvSpPr>
          <p:nvPr>
            <p:ph type="sldNum" sz="quarter" idx="10"/>
          </p:nvPr>
        </p:nvSpPr>
        <p:spPr>
          <a:xfrm>
            <a:off x="6457950" y="4767262"/>
            <a:ext cx="2057400" cy="273844"/>
          </a:xfrm>
        </p:spPr>
        <p:txBody>
          <a:bodyPr vert="horz" lIns="91440" tIns="45720" rIns="91440" bIns="45720" rtlCol="0" anchor="ctr">
            <a:normAutofit/>
          </a:bodyPr>
          <a:lstStyle/>
          <a:p>
            <a:pPr algn="r" defTabSz="914400">
              <a:lnSpc>
                <a:spcPct val="90000"/>
              </a:lnSpc>
              <a:spcAft>
                <a:spcPts val="600"/>
              </a:spcAft>
            </a:pPr>
            <a:fld id="{61E112CC-F5C7-5E43-8EAA-F554FEB5E453}" type="slidenum">
              <a:rPr lang="en-US" sz="1200" smtClean="0">
                <a:solidFill>
                  <a:schemeClr val="tx1">
                    <a:tint val="75000"/>
                  </a:schemeClr>
                </a:solidFill>
                <a:latin typeface="+mn-lt"/>
                <a:cs typeface="+mn-cs"/>
              </a:rPr>
              <a:pPr algn="r" defTabSz="914400">
                <a:lnSpc>
                  <a:spcPct val="90000"/>
                </a:lnSpc>
                <a:spcAft>
                  <a:spcPts val="600"/>
                </a:spcAft>
              </a:pPr>
              <a:t>6</a:t>
            </a:fld>
            <a:endParaRPr lang="en-US" sz="1200">
              <a:solidFill>
                <a:schemeClr val="tx1">
                  <a:tint val="75000"/>
                </a:schemeClr>
              </a:solidFill>
              <a:latin typeface="+mn-lt"/>
              <a:cs typeface="+mn-cs"/>
            </a:endParaRPr>
          </a:p>
        </p:txBody>
      </p:sp>
      <p:sp>
        <p:nvSpPr>
          <p:cNvPr id="5" name="Content Placeholder 4">
            <a:extLst>
              <a:ext uri="{FF2B5EF4-FFF2-40B4-BE49-F238E27FC236}">
                <a16:creationId xmlns:a16="http://schemas.microsoft.com/office/drawing/2014/main" id="{762F7219-A048-47E0-A3E5-22BAE5F37317}"/>
              </a:ext>
            </a:extLst>
          </p:cNvPr>
          <p:cNvSpPr>
            <a:spLocks noGrp="1"/>
          </p:cNvSpPr>
          <p:nvPr>
            <p:ph idx="1"/>
          </p:nvPr>
        </p:nvSpPr>
        <p:spPr/>
        <p:txBody>
          <a:bodyPr/>
          <a:lstStyle/>
          <a:p>
            <a:pPr lvl="0"/>
            <a:r>
              <a:rPr lang="en-GB" dirty="0"/>
              <a:t>Doug Pugh from Virginia Commonwealth University in the USA researched the importance of recognising that providing service to others is emotional work, known as emotional labour</a:t>
            </a:r>
            <a:endParaRPr lang="en-US" dirty="0"/>
          </a:p>
          <a:p>
            <a:pPr lvl="0"/>
            <a:r>
              <a:rPr lang="en-GB" dirty="0"/>
              <a:t>Leaders need to help </a:t>
            </a:r>
            <a:r>
              <a:rPr lang="en-GB" b="0" u="sng" dirty="0"/>
              <a:t>create</a:t>
            </a:r>
            <a:r>
              <a:rPr lang="en-GB" dirty="0"/>
              <a:t> a climate which supports professional carers in their emotional labour and recharges their emotional bank account</a:t>
            </a:r>
            <a:endParaRPr lang="en-US" dirty="0"/>
          </a:p>
          <a:p>
            <a:pPr lvl="0"/>
            <a:r>
              <a:rPr lang="en-GB" dirty="0"/>
              <a:t>A structured approach to supporting staff in their emotional labour yields genuine user/carer and patient benefits</a:t>
            </a:r>
            <a:endParaRPr lang="en-US" dirty="0"/>
          </a:p>
        </p:txBody>
      </p:sp>
    </p:spTree>
    <p:extLst>
      <p:ext uri="{BB962C8B-B14F-4D97-AF65-F5344CB8AC3E}">
        <p14:creationId xmlns:p14="http://schemas.microsoft.com/office/powerpoint/2010/main" val="805335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28650" y="273843"/>
            <a:ext cx="7886700" cy="994173"/>
          </a:xfrm>
        </p:spPr>
        <p:txBody>
          <a:bodyPr vert="horz" lIns="91440" tIns="45720" rIns="91440" bIns="45720" rtlCol="0" anchor="ctr">
            <a:normAutofit/>
          </a:bodyPr>
          <a:lstStyle/>
          <a:p>
            <a:pPr defTabSz="914400">
              <a:lnSpc>
                <a:spcPct val="90000"/>
              </a:lnSpc>
            </a:pPr>
            <a:r>
              <a:rPr lang="en-US" sz="4400" kern="1200">
                <a:solidFill>
                  <a:schemeClr val="tx1"/>
                </a:solidFill>
                <a:latin typeface="+mj-lt"/>
                <a:ea typeface="+mj-ea"/>
                <a:cs typeface="+mj-cs"/>
              </a:rPr>
              <a:t>Engagement</a:t>
            </a:r>
          </a:p>
        </p:txBody>
      </p:sp>
      <p:sp>
        <p:nvSpPr>
          <p:cNvPr id="4" name="Slide Number Placeholder 3"/>
          <p:cNvSpPr>
            <a:spLocks noGrp="1"/>
          </p:cNvSpPr>
          <p:nvPr>
            <p:ph type="sldNum" sz="quarter" idx="10"/>
          </p:nvPr>
        </p:nvSpPr>
        <p:spPr>
          <a:xfrm>
            <a:off x="6457950" y="4767262"/>
            <a:ext cx="2057400" cy="273844"/>
          </a:xfrm>
        </p:spPr>
        <p:txBody>
          <a:bodyPr vert="horz" lIns="91440" tIns="45720" rIns="91440" bIns="45720" rtlCol="0" anchor="ctr">
            <a:normAutofit/>
          </a:bodyPr>
          <a:lstStyle/>
          <a:p>
            <a:pPr algn="r" defTabSz="914400">
              <a:lnSpc>
                <a:spcPct val="90000"/>
              </a:lnSpc>
              <a:spcAft>
                <a:spcPts val="600"/>
              </a:spcAft>
            </a:pPr>
            <a:fld id="{61E112CC-F5C7-5E43-8EAA-F554FEB5E453}" type="slidenum">
              <a:rPr lang="en-US" sz="1200" smtClean="0">
                <a:solidFill>
                  <a:schemeClr val="tx1">
                    <a:tint val="75000"/>
                  </a:schemeClr>
                </a:solidFill>
                <a:latin typeface="+mn-lt"/>
                <a:cs typeface="+mn-cs"/>
              </a:rPr>
              <a:pPr algn="r" defTabSz="914400">
                <a:lnSpc>
                  <a:spcPct val="90000"/>
                </a:lnSpc>
                <a:spcAft>
                  <a:spcPts val="600"/>
                </a:spcAft>
              </a:pPr>
              <a:t>7</a:t>
            </a:fld>
            <a:endParaRPr lang="en-US" sz="1200">
              <a:solidFill>
                <a:schemeClr val="tx1">
                  <a:tint val="75000"/>
                </a:schemeClr>
              </a:solidFill>
              <a:latin typeface="+mn-lt"/>
              <a:cs typeface="+mn-cs"/>
            </a:endParaRPr>
          </a:p>
        </p:txBody>
      </p:sp>
      <p:sp>
        <p:nvSpPr>
          <p:cNvPr id="2" name="Content Placeholder 1">
            <a:extLst>
              <a:ext uri="{FF2B5EF4-FFF2-40B4-BE49-F238E27FC236}">
                <a16:creationId xmlns:a16="http://schemas.microsoft.com/office/drawing/2014/main" id="{415F7FD7-DFF0-40FB-8035-57B3978AA562}"/>
              </a:ext>
            </a:extLst>
          </p:cNvPr>
          <p:cNvSpPr>
            <a:spLocks noGrp="1"/>
          </p:cNvSpPr>
          <p:nvPr>
            <p:ph idx="1"/>
          </p:nvPr>
        </p:nvSpPr>
        <p:spPr/>
        <p:txBody>
          <a:bodyPr>
            <a:normAutofit fontScale="85000" lnSpcReduction="10000"/>
          </a:bodyPr>
          <a:lstStyle/>
          <a:p>
            <a:pPr lvl="0"/>
            <a:r>
              <a:rPr lang="en-US" dirty="0"/>
              <a:t>The definition of engagement, MacLeod and Clarke (2009):</a:t>
            </a:r>
          </a:p>
          <a:p>
            <a:pPr lvl="1"/>
            <a:r>
              <a:rPr lang="en-US" dirty="0"/>
              <a:t>"The business values the employee and the employee values the business”</a:t>
            </a:r>
          </a:p>
          <a:p>
            <a:pPr lvl="0"/>
            <a:r>
              <a:rPr lang="en-US" dirty="0"/>
              <a:t>Study by Marisa </a:t>
            </a:r>
            <a:r>
              <a:rPr lang="en-US" dirty="0" err="1"/>
              <a:t>Salanova</a:t>
            </a:r>
            <a:r>
              <a:rPr lang="en-US" dirty="0"/>
              <a:t> suggests that engaged staff are </a:t>
            </a:r>
          </a:p>
          <a:p>
            <a:pPr lvl="1"/>
            <a:r>
              <a:rPr lang="en-US" dirty="0"/>
              <a:t>More likely to put energy into interactions with clients</a:t>
            </a:r>
          </a:p>
          <a:p>
            <a:pPr lvl="1"/>
            <a:r>
              <a:rPr lang="en-US" dirty="0"/>
              <a:t>This may in turn motivate other staff</a:t>
            </a:r>
          </a:p>
          <a:p>
            <a:pPr lvl="1"/>
            <a:r>
              <a:rPr lang="en-US" dirty="0"/>
              <a:t>Creating a more engaged workplace</a:t>
            </a:r>
          </a:p>
          <a:p>
            <a:pPr lvl="0"/>
            <a:r>
              <a:rPr lang="en-US" dirty="0"/>
              <a:t>The King's Fund Report Together We Can (2012) proposes another explanation:</a:t>
            </a:r>
          </a:p>
          <a:p>
            <a:pPr lvl="1"/>
            <a:r>
              <a:rPr lang="en-US" dirty="0"/>
              <a:t>that "engaged staff are likely to exert more influence over the use of standard processes, teamwork and the degree to which there is a culture of improvement, all of which are factors influencing patient outcomes."</a:t>
            </a:r>
          </a:p>
        </p:txBody>
      </p:sp>
    </p:spTree>
    <p:extLst>
      <p:ext uri="{BB962C8B-B14F-4D97-AF65-F5344CB8AC3E}">
        <p14:creationId xmlns:p14="http://schemas.microsoft.com/office/powerpoint/2010/main" val="1103173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Content Placeholder 1"/>
          <p:cNvGraphicFramePr>
            <a:graphicFrameLocks noGrp="1"/>
          </p:cNvGraphicFramePr>
          <p:nvPr>
            <p:ph idx="1"/>
            <p:extLst>
              <p:ext uri="{D42A27DB-BD31-4B8C-83A1-F6EECF244321}">
                <p14:modId xmlns:p14="http://schemas.microsoft.com/office/powerpoint/2010/main" val="942421943"/>
              </p:ext>
            </p:extLst>
          </p:nvPr>
        </p:nvGraphicFramePr>
        <p:xfrm>
          <a:off x="628650" y="1369218"/>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628650" y="273843"/>
            <a:ext cx="7886700" cy="994173"/>
          </a:xfrm>
        </p:spPr>
        <p:txBody>
          <a:bodyPr vert="horz" lIns="91440" tIns="45720" rIns="91440" bIns="45720" rtlCol="0" anchor="ctr">
            <a:normAutofit/>
          </a:bodyPr>
          <a:lstStyle/>
          <a:p>
            <a:pPr defTabSz="914400">
              <a:lnSpc>
                <a:spcPct val="90000"/>
              </a:lnSpc>
            </a:pPr>
            <a:r>
              <a:rPr lang="en-US" sz="3100" kern="1200" dirty="0">
                <a:solidFill>
                  <a:schemeClr val="tx1"/>
                </a:solidFill>
                <a:latin typeface="+mj-lt"/>
                <a:ea typeface="+mj-ea"/>
                <a:cs typeface="+mj-cs"/>
              </a:rPr>
              <a:t>What leaders can do to support engagement?</a:t>
            </a:r>
          </a:p>
        </p:txBody>
      </p:sp>
      <p:sp>
        <p:nvSpPr>
          <p:cNvPr id="4" name="Slide Number Placeholder 3"/>
          <p:cNvSpPr>
            <a:spLocks noGrp="1"/>
          </p:cNvSpPr>
          <p:nvPr>
            <p:ph type="sldNum" sz="quarter" idx="10"/>
          </p:nvPr>
        </p:nvSpPr>
        <p:spPr>
          <a:xfrm>
            <a:off x="6457950" y="4767262"/>
            <a:ext cx="2057400" cy="273844"/>
          </a:xfrm>
        </p:spPr>
        <p:txBody>
          <a:bodyPr vert="horz" lIns="91440" tIns="45720" rIns="91440" bIns="45720" rtlCol="0" anchor="ctr">
            <a:normAutofit/>
          </a:bodyPr>
          <a:lstStyle/>
          <a:p>
            <a:pPr algn="r" defTabSz="914400">
              <a:lnSpc>
                <a:spcPct val="90000"/>
              </a:lnSpc>
              <a:spcAft>
                <a:spcPts val="600"/>
              </a:spcAft>
            </a:pPr>
            <a:fld id="{61E112CC-F5C7-5E43-8EAA-F554FEB5E453}" type="slidenum">
              <a:rPr lang="en-US" sz="1200" smtClean="0">
                <a:solidFill>
                  <a:schemeClr val="tx1">
                    <a:tint val="75000"/>
                  </a:schemeClr>
                </a:solidFill>
                <a:latin typeface="+mn-lt"/>
                <a:cs typeface="+mn-cs"/>
              </a:rPr>
              <a:pPr algn="r" defTabSz="914400">
                <a:lnSpc>
                  <a:spcPct val="90000"/>
                </a:lnSpc>
                <a:spcAft>
                  <a:spcPts val="600"/>
                </a:spcAft>
              </a:pPr>
              <a:t>8</a:t>
            </a:fld>
            <a:endParaRPr lang="en-US" sz="1200">
              <a:solidFill>
                <a:schemeClr val="tx1">
                  <a:tint val="75000"/>
                </a:schemeClr>
              </a:solidFill>
              <a:latin typeface="+mn-lt"/>
              <a:cs typeface="+mn-cs"/>
            </a:endParaRPr>
          </a:p>
        </p:txBody>
      </p:sp>
    </p:spTree>
    <p:extLst>
      <p:ext uri="{BB962C8B-B14F-4D97-AF65-F5344CB8AC3E}">
        <p14:creationId xmlns:p14="http://schemas.microsoft.com/office/powerpoint/2010/main" val="574511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Content Placeholder 1"/>
          <p:cNvGraphicFramePr>
            <a:graphicFrameLocks noGrp="1"/>
          </p:cNvGraphicFramePr>
          <p:nvPr>
            <p:ph idx="1"/>
            <p:extLst>
              <p:ext uri="{D42A27DB-BD31-4B8C-83A1-F6EECF244321}">
                <p14:modId xmlns:p14="http://schemas.microsoft.com/office/powerpoint/2010/main" val="2915432890"/>
              </p:ext>
            </p:extLst>
          </p:nvPr>
        </p:nvGraphicFramePr>
        <p:xfrm>
          <a:off x="628650" y="1369218"/>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a:xfrm>
            <a:off x="628650" y="273843"/>
            <a:ext cx="7886700" cy="994173"/>
          </a:xfrm>
        </p:spPr>
        <p:txBody>
          <a:bodyPr vert="horz" lIns="91440" tIns="45720" rIns="91440" bIns="45720" rtlCol="0" anchor="ctr">
            <a:normAutofit/>
          </a:bodyPr>
          <a:lstStyle/>
          <a:p>
            <a:pPr defTabSz="914400">
              <a:lnSpc>
                <a:spcPct val="90000"/>
              </a:lnSpc>
            </a:pPr>
            <a:r>
              <a:rPr lang="en-US" sz="4400" kern="1200">
                <a:solidFill>
                  <a:schemeClr val="tx1"/>
                </a:solidFill>
                <a:latin typeface="+mj-lt"/>
                <a:ea typeface="+mj-ea"/>
                <a:cs typeface="+mj-cs"/>
              </a:rPr>
              <a:t>Staff engagement</a:t>
            </a:r>
          </a:p>
        </p:txBody>
      </p:sp>
      <p:sp>
        <p:nvSpPr>
          <p:cNvPr id="4" name="Slide Number Placeholder 3"/>
          <p:cNvSpPr>
            <a:spLocks noGrp="1"/>
          </p:cNvSpPr>
          <p:nvPr>
            <p:ph type="sldNum" sz="quarter" idx="10"/>
          </p:nvPr>
        </p:nvSpPr>
        <p:spPr>
          <a:xfrm>
            <a:off x="6457950" y="4767262"/>
            <a:ext cx="2057400" cy="273844"/>
          </a:xfrm>
        </p:spPr>
        <p:txBody>
          <a:bodyPr vert="horz" lIns="91440" tIns="45720" rIns="91440" bIns="45720" rtlCol="0" anchor="ctr">
            <a:normAutofit/>
          </a:bodyPr>
          <a:lstStyle/>
          <a:p>
            <a:pPr algn="r" defTabSz="914400">
              <a:lnSpc>
                <a:spcPct val="90000"/>
              </a:lnSpc>
              <a:spcAft>
                <a:spcPts val="600"/>
              </a:spcAft>
            </a:pPr>
            <a:fld id="{61E112CC-F5C7-5E43-8EAA-F554FEB5E453}" type="slidenum">
              <a:rPr lang="en-US" sz="1200">
                <a:solidFill>
                  <a:schemeClr val="tx1">
                    <a:tint val="75000"/>
                  </a:schemeClr>
                </a:solidFill>
                <a:latin typeface="+mn-lt"/>
                <a:cs typeface="+mn-cs"/>
              </a:rPr>
              <a:pPr algn="r" defTabSz="914400">
                <a:lnSpc>
                  <a:spcPct val="90000"/>
                </a:lnSpc>
                <a:spcAft>
                  <a:spcPts val="600"/>
                </a:spcAft>
              </a:pPr>
              <a:t>9</a:t>
            </a:fld>
            <a:endParaRPr lang="en-US" sz="1200">
              <a:solidFill>
                <a:schemeClr val="tx1">
                  <a:tint val="75000"/>
                </a:schemeClr>
              </a:solidFill>
              <a:latin typeface="+mn-lt"/>
              <a:cs typeface="+mn-cs"/>
            </a:endParaRPr>
          </a:p>
        </p:txBody>
      </p:sp>
    </p:spTree>
    <p:extLst>
      <p:ext uri="{BB962C8B-B14F-4D97-AF65-F5344CB8AC3E}">
        <p14:creationId xmlns:p14="http://schemas.microsoft.com/office/powerpoint/2010/main" val="2420355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7" name="Content Placeholder 1"/>
          <p:cNvGraphicFramePr>
            <a:graphicFrameLocks noGrp="1"/>
          </p:cNvGraphicFramePr>
          <p:nvPr>
            <p:ph idx="1"/>
            <p:extLst>
              <p:ext uri="{D42A27DB-BD31-4B8C-83A1-F6EECF244321}">
                <p14:modId xmlns:p14="http://schemas.microsoft.com/office/powerpoint/2010/main" val="4152606033"/>
              </p:ext>
            </p:extLst>
          </p:nvPr>
        </p:nvGraphicFramePr>
        <p:xfrm>
          <a:off x="628651" y="1369218"/>
          <a:ext cx="661035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628650" y="273843"/>
            <a:ext cx="7886700" cy="994173"/>
          </a:xfrm>
        </p:spPr>
        <p:txBody>
          <a:bodyPr vert="horz" lIns="91440" tIns="45720" rIns="91440" bIns="45720" rtlCol="0" anchor="ctr">
            <a:normAutofit/>
          </a:bodyPr>
          <a:lstStyle/>
          <a:p>
            <a:pPr defTabSz="914400">
              <a:lnSpc>
                <a:spcPct val="90000"/>
              </a:lnSpc>
            </a:pPr>
            <a:r>
              <a:rPr lang="en-US" sz="3100" kern="1200">
                <a:solidFill>
                  <a:schemeClr val="tx1"/>
                </a:solidFill>
                <a:latin typeface="+mj-lt"/>
                <a:ea typeface="+mj-ea"/>
                <a:cs typeface="+mj-cs"/>
              </a:rPr>
              <a:t>Relationship between clinicians and managers</a:t>
            </a:r>
          </a:p>
        </p:txBody>
      </p:sp>
      <p:sp>
        <p:nvSpPr>
          <p:cNvPr id="4" name="Slide Number Placeholder 3"/>
          <p:cNvSpPr>
            <a:spLocks noGrp="1"/>
          </p:cNvSpPr>
          <p:nvPr>
            <p:ph type="sldNum" sz="quarter" idx="10"/>
          </p:nvPr>
        </p:nvSpPr>
        <p:spPr>
          <a:xfrm>
            <a:off x="6457950" y="4767262"/>
            <a:ext cx="2057400" cy="273844"/>
          </a:xfrm>
        </p:spPr>
        <p:txBody>
          <a:bodyPr vert="horz" lIns="91440" tIns="45720" rIns="91440" bIns="45720" rtlCol="0" anchor="ctr">
            <a:normAutofit/>
          </a:bodyPr>
          <a:lstStyle/>
          <a:p>
            <a:pPr algn="r" defTabSz="914400">
              <a:lnSpc>
                <a:spcPct val="90000"/>
              </a:lnSpc>
              <a:spcAft>
                <a:spcPts val="600"/>
              </a:spcAft>
            </a:pPr>
            <a:fld id="{61E112CC-F5C7-5E43-8EAA-F554FEB5E453}" type="slidenum">
              <a:rPr lang="en-US" sz="1200">
                <a:solidFill>
                  <a:schemeClr val="tx1">
                    <a:tint val="75000"/>
                  </a:schemeClr>
                </a:solidFill>
                <a:latin typeface="+mn-lt"/>
                <a:cs typeface="+mn-cs"/>
              </a:rPr>
              <a:pPr algn="r" defTabSz="914400">
                <a:lnSpc>
                  <a:spcPct val="90000"/>
                </a:lnSpc>
                <a:spcAft>
                  <a:spcPts val="600"/>
                </a:spcAft>
              </a:pPr>
              <a:t>10</a:t>
            </a:fld>
            <a:endParaRPr lang="en-US" sz="1200">
              <a:solidFill>
                <a:schemeClr val="tx1">
                  <a:tint val="75000"/>
                </a:schemeClr>
              </a:solidFill>
              <a:latin typeface="+mn-lt"/>
              <a:cs typeface="+mn-cs"/>
            </a:endParaRPr>
          </a:p>
        </p:txBody>
      </p:sp>
    </p:spTree>
    <p:extLst>
      <p:ext uri="{BB962C8B-B14F-4D97-AF65-F5344CB8AC3E}">
        <p14:creationId xmlns:p14="http://schemas.microsoft.com/office/powerpoint/2010/main" val="3707645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97D0F19-8FFC-4AC6-A9D8-45CAF94ABD38}"/>
              </a:ext>
            </a:extLst>
          </p:cNvPr>
          <p:cNvGrpSpPr/>
          <p:nvPr/>
        </p:nvGrpSpPr>
        <p:grpSpPr>
          <a:xfrm>
            <a:off x="626179" y="1174872"/>
            <a:ext cx="7623249" cy="3019758"/>
            <a:chOff x="629838" y="2755207"/>
            <a:chExt cx="7623249" cy="3019758"/>
          </a:xfrm>
        </p:grpSpPr>
        <p:sp>
          <p:nvSpPr>
            <p:cNvPr id="5" name="L-Shape 4">
              <a:extLst>
                <a:ext uri="{FF2B5EF4-FFF2-40B4-BE49-F238E27FC236}">
                  <a16:creationId xmlns:a16="http://schemas.microsoft.com/office/drawing/2014/main" id="{52EF225C-4F01-4921-9415-E05957AE3502}"/>
                </a:ext>
              </a:extLst>
            </p:cNvPr>
            <p:cNvSpPr/>
            <p:nvPr/>
          </p:nvSpPr>
          <p:spPr>
            <a:xfrm rot="5400000">
              <a:off x="994167" y="2390878"/>
              <a:ext cx="1097415" cy="1826074"/>
            </a:xfrm>
            <a:prstGeom prst="corner">
              <a:avLst>
                <a:gd name="adj1" fmla="val 16120"/>
                <a:gd name="adj2" fmla="val 16110"/>
              </a:avLst>
            </a:pr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7" name="Freeform: Shape 6">
              <a:extLst>
                <a:ext uri="{FF2B5EF4-FFF2-40B4-BE49-F238E27FC236}">
                  <a16:creationId xmlns:a16="http://schemas.microsoft.com/office/drawing/2014/main" id="{9004D404-8147-4D1E-9A0D-5153334270BA}"/>
                </a:ext>
              </a:extLst>
            </p:cNvPr>
            <p:cNvSpPr/>
            <p:nvPr/>
          </p:nvSpPr>
          <p:spPr>
            <a:xfrm>
              <a:off x="810981" y="2936481"/>
              <a:ext cx="1648590" cy="1445086"/>
            </a:xfrm>
            <a:custGeom>
              <a:avLst/>
              <a:gdLst>
                <a:gd name="connsiteX0" fmla="*/ 0 w 1648590"/>
                <a:gd name="connsiteY0" fmla="*/ 0 h 1445086"/>
                <a:gd name="connsiteX1" fmla="*/ 1648590 w 1648590"/>
                <a:gd name="connsiteY1" fmla="*/ 0 h 1445086"/>
                <a:gd name="connsiteX2" fmla="*/ 1648590 w 1648590"/>
                <a:gd name="connsiteY2" fmla="*/ 1445086 h 1445086"/>
                <a:gd name="connsiteX3" fmla="*/ 0 w 1648590"/>
                <a:gd name="connsiteY3" fmla="*/ 1445086 h 1445086"/>
                <a:gd name="connsiteX4" fmla="*/ 0 w 1648590"/>
                <a:gd name="connsiteY4" fmla="*/ 0 h 14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8590" h="1445086">
                  <a:moveTo>
                    <a:pt x="0" y="0"/>
                  </a:moveTo>
                  <a:lnTo>
                    <a:pt x="1648590" y="0"/>
                  </a:lnTo>
                  <a:lnTo>
                    <a:pt x="1648590" y="1445086"/>
                  </a:lnTo>
                  <a:lnTo>
                    <a:pt x="0" y="144508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GB" sz="1100" kern="1200" dirty="0"/>
                <a:t>How you choose to lead can make a real difference to the impact you have on those around you and ultimately on people being cared for by our health and social care services</a:t>
              </a:r>
              <a:endParaRPr lang="en-US" sz="1100" kern="1200" dirty="0"/>
            </a:p>
          </p:txBody>
        </p:sp>
        <p:sp>
          <p:nvSpPr>
            <p:cNvPr id="8" name="Isosceles Triangle 7">
              <a:extLst>
                <a:ext uri="{FF2B5EF4-FFF2-40B4-BE49-F238E27FC236}">
                  <a16:creationId xmlns:a16="http://schemas.microsoft.com/office/drawing/2014/main" id="{28972A79-BBB7-49B2-A3F5-DA41B809BCA2}"/>
                </a:ext>
              </a:extLst>
            </p:cNvPr>
            <p:cNvSpPr/>
            <p:nvPr/>
          </p:nvSpPr>
          <p:spPr>
            <a:xfrm rot="5400000">
              <a:off x="2518124" y="2780954"/>
              <a:ext cx="311054" cy="311054"/>
            </a:xfrm>
            <a:prstGeom prst="triangle">
              <a:avLst>
                <a:gd name="adj" fmla="val 100000"/>
              </a:avLst>
            </a:pr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9" name="L-Shape 8">
              <a:extLst>
                <a:ext uri="{FF2B5EF4-FFF2-40B4-BE49-F238E27FC236}">
                  <a16:creationId xmlns:a16="http://schemas.microsoft.com/office/drawing/2014/main" id="{E6D70D69-385A-432A-B515-CC17CC72975E}"/>
                </a:ext>
              </a:extLst>
            </p:cNvPr>
            <p:cNvSpPr/>
            <p:nvPr/>
          </p:nvSpPr>
          <p:spPr>
            <a:xfrm rot="5400000">
              <a:off x="2875920" y="2882006"/>
              <a:ext cx="1097415" cy="1826074"/>
            </a:xfrm>
            <a:prstGeom prst="corner">
              <a:avLst>
                <a:gd name="adj1" fmla="val 16120"/>
                <a:gd name="adj2" fmla="val 16110"/>
              </a:avLst>
            </a:pr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10" name="Freeform: Shape 9">
              <a:extLst>
                <a:ext uri="{FF2B5EF4-FFF2-40B4-BE49-F238E27FC236}">
                  <a16:creationId xmlns:a16="http://schemas.microsoft.com/office/drawing/2014/main" id="{7809C075-0088-4B87-985B-C0F714D7C400}"/>
                </a:ext>
              </a:extLst>
            </p:cNvPr>
            <p:cNvSpPr/>
            <p:nvPr/>
          </p:nvSpPr>
          <p:spPr>
            <a:xfrm>
              <a:off x="2692734" y="3427608"/>
              <a:ext cx="1648590" cy="1445086"/>
            </a:xfrm>
            <a:custGeom>
              <a:avLst/>
              <a:gdLst>
                <a:gd name="connsiteX0" fmla="*/ 0 w 1648590"/>
                <a:gd name="connsiteY0" fmla="*/ 0 h 1445086"/>
                <a:gd name="connsiteX1" fmla="*/ 1648590 w 1648590"/>
                <a:gd name="connsiteY1" fmla="*/ 0 h 1445086"/>
                <a:gd name="connsiteX2" fmla="*/ 1648590 w 1648590"/>
                <a:gd name="connsiteY2" fmla="*/ 1445086 h 1445086"/>
                <a:gd name="connsiteX3" fmla="*/ 0 w 1648590"/>
                <a:gd name="connsiteY3" fmla="*/ 1445086 h 1445086"/>
                <a:gd name="connsiteX4" fmla="*/ 0 w 1648590"/>
                <a:gd name="connsiteY4" fmla="*/ 0 h 14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8590" h="1445086">
                  <a:moveTo>
                    <a:pt x="0" y="0"/>
                  </a:moveTo>
                  <a:lnTo>
                    <a:pt x="1648590" y="0"/>
                  </a:lnTo>
                  <a:lnTo>
                    <a:pt x="1648590" y="1445086"/>
                  </a:lnTo>
                  <a:lnTo>
                    <a:pt x="0" y="144508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GB" sz="1100" kern="1200" dirty="0"/>
                <a:t>A curiosity to learn what works well, and why it does so underpins all good leadership practice, and this can be based on experience as well as on research findings and reading</a:t>
              </a:r>
              <a:endParaRPr lang="en-US" sz="1100" kern="1200" dirty="0"/>
            </a:p>
          </p:txBody>
        </p:sp>
        <p:sp>
          <p:nvSpPr>
            <p:cNvPr id="12" name="L-Shape 11">
              <a:extLst>
                <a:ext uri="{FF2B5EF4-FFF2-40B4-BE49-F238E27FC236}">
                  <a16:creationId xmlns:a16="http://schemas.microsoft.com/office/drawing/2014/main" id="{17FA581B-85ED-4C1C-91FD-8803B57C62D1}"/>
                </a:ext>
              </a:extLst>
            </p:cNvPr>
            <p:cNvSpPr/>
            <p:nvPr/>
          </p:nvSpPr>
          <p:spPr>
            <a:xfrm rot="5400000">
              <a:off x="4821939" y="3350541"/>
              <a:ext cx="1097415" cy="1826074"/>
            </a:xfrm>
            <a:prstGeom prst="corner">
              <a:avLst>
                <a:gd name="adj1" fmla="val 16120"/>
                <a:gd name="adj2" fmla="val 16110"/>
              </a:avLst>
            </a:pr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13" name="Freeform: Shape 12">
              <a:extLst>
                <a:ext uri="{FF2B5EF4-FFF2-40B4-BE49-F238E27FC236}">
                  <a16:creationId xmlns:a16="http://schemas.microsoft.com/office/drawing/2014/main" id="{4A9B6724-FFBA-4128-BF14-21462D09DE34}"/>
                </a:ext>
              </a:extLst>
            </p:cNvPr>
            <p:cNvSpPr/>
            <p:nvPr/>
          </p:nvSpPr>
          <p:spPr>
            <a:xfrm>
              <a:off x="4638753" y="3896144"/>
              <a:ext cx="1648590" cy="1445086"/>
            </a:xfrm>
            <a:custGeom>
              <a:avLst/>
              <a:gdLst>
                <a:gd name="connsiteX0" fmla="*/ 0 w 1648590"/>
                <a:gd name="connsiteY0" fmla="*/ 0 h 1445086"/>
                <a:gd name="connsiteX1" fmla="*/ 1648590 w 1648590"/>
                <a:gd name="connsiteY1" fmla="*/ 0 h 1445086"/>
                <a:gd name="connsiteX2" fmla="*/ 1648590 w 1648590"/>
                <a:gd name="connsiteY2" fmla="*/ 1445086 h 1445086"/>
                <a:gd name="connsiteX3" fmla="*/ 0 w 1648590"/>
                <a:gd name="connsiteY3" fmla="*/ 1445086 h 1445086"/>
                <a:gd name="connsiteX4" fmla="*/ 0 w 1648590"/>
                <a:gd name="connsiteY4" fmla="*/ 0 h 14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8590" h="1445086">
                  <a:moveTo>
                    <a:pt x="0" y="0"/>
                  </a:moveTo>
                  <a:lnTo>
                    <a:pt x="1648590" y="0"/>
                  </a:lnTo>
                  <a:lnTo>
                    <a:pt x="1648590" y="1445086"/>
                  </a:lnTo>
                  <a:lnTo>
                    <a:pt x="0" y="144508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GB" sz="1100" kern="1200" dirty="0"/>
                <a:t>From leadership studies and experience in healthcare: there is no 'one best way' of being an effective leader</a:t>
              </a:r>
              <a:endParaRPr lang="en-US" sz="1100" kern="1200" dirty="0"/>
            </a:p>
          </p:txBody>
        </p:sp>
        <p:sp>
          <p:nvSpPr>
            <p:cNvPr id="15" name="L-Shape 14">
              <a:extLst>
                <a:ext uri="{FF2B5EF4-FFF2-40B4-BE49-F238E27FC236}">
                  <a16:creationId xmlns:a16="http://schemas.microsoft.com/office/drawing/2014/main" id="{6E451DC8-424E-4CF6-8BD6-8F581F05E129}"/>
                </a:ext>
              </a:extLst>
            </p:cNvPr>
            <p:cNvSpPr/>
            <p:nvPr/>
          </p:nvSpPr>
          <p:spPr>
            <a:xfrm rot="5400000">
              <a:off x="6787683" y="3784277"/>
              <a:ext cx="1097415" cy="1826074"/>
            </a:xfrm>
            <a:prstGeom prst="corner">
              <a:avLst>
                <a:gd name="adj1" fmla="val 16120"/>
                <a:gd name="adj2" fmla="val 16110"/>
              </a:avLst>
            </a:pr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16" name="Freeform: Shape 15">
              <a:extLst>
                <a:ext uri="{FF2B5EF4-FFF2-40B4-BE49-F238E27FC236}">
                  <a16:creationId xmlns:a16="http://schemas.microsoft.com/office/drawing/2014/main" id="{21FFEBCC-C4C8-4494-B113-CB226EEA1DF0}"/>
                </a:ext>
              </a:extLst>
            </p:cNvPr>
            <p:cNvSpPr/>
            <p:nvPr/>
          </p:nvSpPr>
          <p:spPr>
            <a:xfrm>
              <a:off x="6604497" y="4329879"/>
              <a:ext cx="1648590" cy="1445086"/>
            </a:xfrm>
            <a:custGeom>
              <a:avLst/>
              <a:gdLst>
                <a:gd name="connsiteX0" fmla="*/ 0 w 1648590"/>
                <a:gd name="connsiteY0" fmla="*/ 0 h 1445086"/>
                <a:gd name="connsiteX1" fmla="*/ 1648590 w 1648590"/>
                <a:gd name="connsiteY1" fmla="*/ 0 h 1445086"/>
                <a:gd name="connsiteX2" fmla="*/ 1648590 w 1648590"/>
                <a:gd name="connsiteY2" fmla="*/ 1445086 h 1445086"/>
                <a:gd name="connsiteX3" fmla="*/ 0 w 1648590"/>
                <a:gd name="connsiteY3" fmla="*/ 1445086 h 1445086"/>
                <a:gd name="connsiteX4" fmla="*/ 0 w 1648590"/>
                <a:gd name="connsiteY4" fmla="*/ 0 h 144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8590" h="1445086">
                  <a:moveTo>
                    <a:pt x="0" y="0"/>
                  </a:moveTo>
                  <a:lnTo>
                    <a:pt x="1648590" y="0"/>
                  </a:lnTo>
                  <a:lnTo>
                    <a:pt x="1648590" y="1445086"/>
                  </a:lnTo>
                  <a:lnTo>
                    <a:pt x="0" y="144508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GB" sz="1100" kern="1200" dirty="0"/>
                <a:t>Leadership benefits from an approach that is not uniform or universalistic, but that asks key questions: </a:t>
              </a:r>
              <a:r>
                <a:rPr lang="en-GB" sz="1100" b="1" kern="1200" dirty="0"/>
                <a:t>what will work, in what circumstances, why and how?"</a:t>
              </a:r>
              <a:endParaRPr lang="en-US" sz="1100" b="1" kern="1200" dirty="0"/>
            </a:p>
          </p:txBody>
        </p:sp>
        <p:sp>
          <p:nvSpPr>
            <p:cNvPr id="17" name="Isosceles Triangle 16">
              <a:extLst>
                <a:ext uri="{FF2B5EF4-FFF2-40B4-BE49-F238E27FC236}">
                  <a16:creationId xmlns:a16="http://schemas.microsoft.com/office/drawing/2014/main" id="{44382F5D-084C-4941-8F85-3DF504B0D9A2}"/>
                </a:ext>
              </a:extLst>
            </p:cNvPr>
            <p:cNvSpPr/>
            <p:nvPr/>
          </p:nvSpPr>
          <p:spPr>
            <a:xfrm rot="5400000">
              <a:off x="4457610" y="3251028"/>
              <a:ext cx="311054" cy="311054"/>
            </a:xfrm>
            <a:prstGeom prst="triangle">
              <a:avLst>
                <a:gd name="adj" fmla="val 100000"/>
              </a:avLst>
            </a:pr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18" name="Isosceles Triangle 17">
              <a:extLst>
                <a:ext uri="{FF2B5EF4-FFF2-40B4-BE49-F238E27FC236}">
                  <a16:creationId xmlns:a16="http://schemas.microsoft.com/office/drawing/2014/main" id="{1E9E4D71-AAF9-4EDE-B5D6-03B4371D7F14}"/>
                </a:ext>
              </a:extLst>
            </p:cNvPr>
            <p:cNvSpPr/>
            <p:nvPr/>
          </p:nvSpPr>
          <p:spPr>
            <a:xfrm rot="5400000">
              <a:off x="6448970" y="3722580"/>
              <a:ext cx="311054" cy="311054"/>
            </a:xfrm>
            <a:prstGeom prst="triangle">
              <a:avLst>
                <a:gd name="adj" fmla="val 100000"/>
              </a:avLst>
            </a:pr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grpSp>
      <p:sp>
        <p:nvSpPr>
          <p:cNvPr id="3" name="Title 2"/>
          <p:cNvSpPr>
            <a:spLocks noGrp="1"/>
          </p:cNvSpPr>
          <p:nvPr>
            <p:ph type="title"/>
          </p:nvPr>
        </p:nvSpPr>
        <p:spPr>
          <a:xfrm>
            <a:off x="628650" y="273843"/>
            <a:ext cx="7886700" cy="994173"/>
          </a:xfrm>
        </p:spPr>
        <p:txBody>
          <a:bodyPr vert="horz" lIns="91440" tIns="45720" rIns="91440" bIns="45720" rtlCol="0" anchor="ctr">
            <a:normAutofit/>
          </a:bodyPr>
          <a:lstStyle/>
          <a:p>
            <a:pPr defTabSz="914400">
              <a:lnSpc>
                <a:spcPct val="90000"/>
              </a:lnSpc>
            </a:pPr>
            <a:r>
              <a:rPr lang="en-US" sz="4400" kern="1200">
                <a:solidFill>
                  <a:schemeClr val="tx1"/>
                </a:solidFill>
                <a:latin typeface="+mj-lt"/>
                <a:ea typeface="+mj-ea"/>
                <a:cs typeface="+mj-cs"/>
              </a:rPr>
              <a:t>Conclusions</a:t>
            </a:r>
          </a:p>
        </p:txBody>
      </p:sp>
      <p:sp>
        <p:nvSpPr>
          <p:cNvPr id="4" name="Slide Number Placeholder 3"/>
          <p:cNvSpPr>
            <a:spLocks noGrp="1"/>
          </p:cNvSpPr>
          <p:nvPr>
            <p:ph type="sldNum" sz="quarter" idx="10"/>
          </p:nvPr>
        </p:nvSpPr>
        <p:spPr>
          <a:xfrm>
            <a:off x="6457950" y="4767262"/>
            <a:ext cx="2057400" cy="273844"/>
          </a:xfrm>
        </p:spPr>
        <p:txBody>
          <a:bodyPr vert="horz" lIns="91440" tIns="45720" rIns="91440" bIns="45720" rtlCol="0" anchor="ctr">
            <a:normAutofit/>
          </a:bodyPr>
          <a:lstStyle/>
          <a:p>
            <a:pPr algn="r" defTabSz="914400">
              <a:lnSpc>
                <a:spcPct val="90000"/>
              </a:lnSpc>
              <a:spcAft>
                <a:spcPts val="600"/>
              </a:spcAft>
            </a:pPr>
            <a:fld id="{61E112CC-F5C7-5E43-8EAA-F554FEB5E453}" type="slidenum">
              <a:rPr lang="en-US" sz="1200" smtClean="0">
                <a:solidFill>
                  <a:schemeClr val="tx1">
                    <a:tint val="75000"/>
                  </a:schemeClr>
                </a:solidFill>
                <a:latin typeface="+mn-lt"/>
                <a:cs typeface="+mn-cs"/>
              </a:rPr>
              <a:pPr algn="r" defTabSz="914400">
                <a:lnSpc>
                  <a:spcPct val="90000"/>
                </a:lnSpc>
                <a:spcAft>
                  <a:spcPts val="600"/>
                </a:spcAft>
              </a:pPr>
              <a:t>11</a:t>
            </a:fld>
            <a:endParaRPr lang="en-US" sz="1200">
              <a:solidFill>
                <a:schemeClr val="tx1">
                  <a:tint val="75000"/>
                </a:schemeClr>
              </a:solidFill>
              <a:latin typeface="+mn-lt"/>
              <a:cs typeface="+mn-cs"/>
            </a:endParaRPr>
          </a:p>
        </p:txBody>
      </p:sp>
    </p:spTree>
    <p:extLst>
      <p:ext uri="{BB962C8B-B14F-4D97-AF65-F5344CB8AC3E}">
        <p14:creationId xmlns:p14="http://schemas.microsoft.com/office/powerpoint/2010/main" val="3536673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Content Placeholder 1"/>
          <p:cNvGraphicFramePr>
            <a:graphicFrameLocks noGrp="1"/>
          </p:cNvGraphicFramePr>
          <p:nvPr>
            <p:ph idx="1"/>
            <p:extLst>
              <p:ext uri="{D42A27DB-BD31-4B8C-83A1-F6EECF244321}">
                <p14:modId xmlns:p14="http://schemas.microsoft.com/office/powerpoint/2010/main" val="2528680678"/>
              </p:ext>
            </p:extLst>
          </p:nvPr>
        </p:nvGraphicFramePr>
        <p:xfrm>
          <a:off x="628650" y="1369218"/>
          <a:ext cx="6833306"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628650" y="273843"/>
            <a:ext cx="7886700" cy="994173"/>
          </a:xfrm>
        </p:spPr>
        <p:txBody>
          <a:bodyPr vert="horz" lIns="91440" tIns="45720" rIns="91440" bIns="45720" rtlCol="0" anchor="ctr">
            <a:normAutofit/>
          </a:bodyPr>
          <a:lstStyle/>
          <a:p>
            <a:pPr defTabSz="914400">
              <a:lnSpc>
                <a:spcPct val="90000"/>
              </a:lnSpc>
            </a:pPr>
            <a:r>
              <a:rPr lang="en-US" sz="4400" kern="1200">
                <a:solidFill>
                  <a:schemeClr val="tx1"/>
                </a:solidFill>
                <a:latin typeface="+mj-lt"/>
                <a:ea typeface="+mj-ea"/>
                <a:cs typeface="+mj-cs"/>
              </a:rPr>
              <a:t>Discussion and reflection </a:t>
            </a:r>
          </a:p>
        </p:txBody>
      </p:sp>
      <p:sp>
        <p:nvSpPr>
          <p:cNvPr id="4" name="Slide Number Placeholder 3"/>
          <p:cNvSpPr>
            <a:spLocks noGrp="1"/>
          </p:cNvSpPr>
          <p:nvPr>
            <p:ph type="sldNum" sz="quarter" idx="10"/>
          </p:nvPr>
        </p:nvSpPr>
        <p:spPr>
          <a:xfrm>
            <a:off x="6457950" y="4767262"/>
            <a:ext cx="2057400" cy="273844"/>
          </a:xfrm>
        </p:spPr>
        <p:txBody>
          <a:bodyPr vert="horz" lIns="91440" tIns="45720" rIns="91440" bIns="45720" rtlCol="0" anchor="ctr">
            <a:normAutofit/>
          </a:bodyPr>
          <a:lstStyle/>
          <a:p>
            <a:pPr algn="r" defTabSz="914400">
              <a:lnSpc>
                <a:spcPct val="90000"/>
              </a:lnSpc>
              <a:spcAft>
                <a:spcPts val="600"/>
              </a:spcAft>
            </a:pPr>
            <a:fld id="{61E112CC-F5C7-5E43-8EAA-F554FEB5E453}" type="slidenum">
              <a:rPr lang="en-US" sz="1200" smtClean="0">
                <a:solidFill>
                  <a:schemeClr val="tx1">
                    <a:tint val="75000"/>
                  </a:schemeClr>
                </a:solidFill>
                <a:latin typeface="+mn-lt"/>
                <a:cs typeface="+mn-cs"/>
              </a:rPr>
              <a:pPr algn="r" defTabSz="914400">
                <a:lnSpc>
                  <a:spcPct val="90000"/>
                </a:lnSpc>
                <a:spcAft>
                  <a:spcPts val="600"/>
                </a:spcAft>
              </a:pPr>
              <a:t>12</a:t>
            </a:fld>
            <a:endParaRPr lang="en-US" sz="1200">
              <a:solidFill>
                <a:schemeClr val="tx1">
                  <a:tint val="75000"/>
                </a:schemeClr>
              </a:solidFill>
              <a:latin typeface="+mn-lt"/>
              <a:cs typeface="+mn-cs"/>
            </a:endParaRPr>
          </a:p>
        </p:txBody>
      </p:sp>
    </p:spTree>
    <p:extLst>
      <p:ext uri="{BB962C8B-B14F-4D97-AF65-F5344CB8AC3E}">
        <p14:creationId xmlns:p14="http://schemas.microsoft.com/office/powerpoint/2010/main" val="1208612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Subtitle 4"/>
          <p:cNvSpPr>
            <a:spLocks noGrp="1"/>
          </p:cNvSpPr>
          <p:nvPr>
            <p:ph idx="1"/>
          </p:nvPr>
        </p:nvSpPr>
        <p:spPr>
          <a:xfrm>
            <a:off x="457202" y="1454559"/>
            <a:ext cx="7356816" cy="2963052"/>
          </a:xfrm>
        </p:spPr>
        <p:txBody>
          <a:bodyPr numCol="2" spcCol="180000">
            <a:noAutofit/>
          </a:bodyPr>
          <a:lstStyle/>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3</a:t>
            </a: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8</a:t>
            </a: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10</a:t>
            </a: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12</a:t>
            </a: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15</a:t>
            </a: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23</a:t>
            </a:r>
          </a:p>
          <a:p>
            <a:pPr marL="457200" indent="-457200">
              <a:lnSpc>
                <a:spcPct val="120000"/>
              </a:lnSpc>
              <a:buClr>
                <a:schemeClr val="bg2"/>
              </a:buClr>
              <a:buFont typeface="Wingdings" charset="2"/>
              <a:buAutoNum type="arabicPlain"/>
              <a:tabLst>
                <a:tab pos="355600" algn="l"/>
                <a:tab pos="2600325" algn="l"/>
              </a:tabLst>
            </a:pPr>
            <a:endParaRPr lang="en-GB" dirty="0">
              <a:solidFill>
                <a:schemeClr val="tx2"/>
              </a:solidFill>
              <a:latin typeface="Arial"/>
              <a:cs typeface="Arial"/>
            </a:endParaRP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25</a:t>
            </a: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27</a:t>
            </a: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31</a:t>
            </a: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36</a:t>
            </a: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38</a:t>
            </a:r>
          </a:p>
          <a:p>
            <a:pPr marL="457200" indent="-457200">
              <a:lnSpc>
                <a:spcPct val="120000"/>
              </a:lnSpc>
              <a:buClr>
                <a:schemeClr val="bg2"/>
              </a:buClr>
              <a:buFont typeface="Wingdings" charset="2"/>
              <a:buAutoNum type="arabicPlain"/>
              <a:tabLst>
                <a:tab pos="355600" algn="l"/>
                <a:tab pos="2600325" algn="l"/>
              </a:tabLst>
            </a:pPr>
            <a:r>
              <a:rPr lang="en-GB" dirty="0">
                <a:solidFill>
                  <a:schemeClr val="tx2"/>
                </a:solidFill>
                <a:latin typeface="Arial"/>
                <a:cs typeface="Arial"/>
              </a:rPr>
              <a:t>Section title	41</a:t>
            </a:r>
            <a:endParaRPr lang="en-US" dirty="0">
              <a:solidFill>
                <a:schemeClr val="tx2"/>
              </a:solidFill>
              <a:latin typeface="Arial"/>
              <a:cs typeface="Arial"/>
            </a:endParaRPr>
          </a:p>
        </p:txBody>
      </p:sp>
      <p:sp>
        <p:nvSpPr>
          <p:cNvPr id="3" name="Slide Number Placeholder 2"/>
          <p:cNvSpPr>
            <a:spLocks noGrp="1"/>
          </p:cNvSpPr>
          <p:nvPr>
            <p:ph type="sldNum" sz="quarter" idx="10"/>
          </p:nvPr>
        </p:nvSpPr>
        <p:spPr/>
        <p:txBody>
          <a:bodyPr/>
          <a:lstStyle/>
          <a:p>
            <a:fld id="{67DE7D0A-5CC0-CD4F-AD63-02ED5F8284D6}" type="slidenum">
              <a:rPr lang="en-US" smtClean="0"/>
              <a:pPr/>
              <a:t>13</a:t>
            </a:fld>
            <a:endParaRPr lang="en-US"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6359" y="3961338"/>
            <a:ext cx="1220724" cy="954606"/>
          </a:xfrm>
          <a:prstGeom prst="rect">
            <a:avLst/>
          </a:prstGeom>
        </p:spPr>
      </p:pic>
      <p:sp>
        <p:nvSpPr>
          <p:cNvPr id="6" name="Title 2"/>
          <p:cNvSpPr>
            <a:spLocks noGrp="1"/>
          </p:cNvSpPr>
          <p:nvPr>
            <p:ph type="title"/>
          </p:nvPr>
        </p:nvSpPr>
        <p:spPr>
          <a:xfrm>
            <a:off x="457202" y="562434"/>
            <a:ext cx="7356815" cy="500794"/>
          </a:xfrm>
        </p:spPr>
        <p:txBody>
          <a:bodyPr>
            <a:normAutofit fontScale="90000"/>
          </a:bodyPr>
          <a:lstStyle/>
          <a:p>
            <a:r>
              <a:rPr lang="en-US" dirty="0"/>
              <a:t>Contents</a:t>
            </a:r>
          </a:p>
        </p:txBody>
      </p:sp>
    </p:spTree>
    <p:extLst>
      <p:ext uri="{BB962C8B-B14F-4D97-AF65-F5344CB8AC3E}">
        <p14:creationId xmlns:p14="http://schemas.microsoft.com/office/powerpoint/2010/main" val="3180893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8587" y="1739870"/>
            <a:ext cx="766554" cy="745090"/>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6150" y="1761267"/>
            <a:ext cx="682778" cy="749690"/>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1616" y="1737516"/>
            <a:ext cx="749799" cy="749799"/>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33966" y="1764573"/>
            <a:ext cx="955051" cy="746849"/>
          </a:xfrm>
          <a:prstGeom prst="rect">
            <a:avLst/>
          </a:prstGeom>
        </p:spPr>
      </p:pic>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69994" y="2822175"/>
            <a:ext cx="741420" cy="738455"/>
          </a:xfrm>
          <a:prstGeom prst="rect">
            <a:avLst/>
          </a:prstGeom>
        </p:spPr>
      </p:pic>
      <p:sp>
        <p:nvSpPr>
          <p:cNvPr id="4" name="Slide Number Placeholder 3"/>
          <p:cNvSpPr>
            <a:spLocks noGrp="1"/>
          </p:cNvSpPr>
          <p:nvPr>
            <p:ph type="sldNum" sz="quarter" idx="10"/>
          </p:nvPr>
        </p:nvSpPr>
        <p:spPr/>
        <p:txBody>
          <a:bodyPr/>
          <a:lstStyle/>
          <a:p>
            <a:fld id="{67DE7D0A-5CC0-CD4F-AD63-02ED5F8284D6}" type="slidenum">
              <a:rPr lang="en-US" smtClean="0"/>
              <a:pPr/>
              <a:t>14</a:t>
            </a:fld>
            <a:endParaRPr lang="en-US" dirty="0"/>
          </a:p>
        </p:txBody>
      </p:sp>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40780" y="2822175"/>
            <a:ext cx="741420" cy="738455"/>
          </a:xfrm>
          <a:prstGeom prst="rect">
            <a:avLst/>
          </a:prstGeom>
        </p:spPr>
      </p:pic>
      <p:pic>
        <p:nvPicPr>
          <p:cNvPr id="12" name="Picture 1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684500" y="2816503"/>
            <a:ext cx="606633" cy="749798"/>
          </a:xfrm>
          <a:prstGeom prst="rect">
            <a:avLst/>
          </a:prstGeom>
        </p:spPr>
      </p:pic>
      <p:pic>
        <p:nvPicPr>
          <p:cNvPr id="14" name="Picture 1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69994" y="3950844"/>
            <a:ext cx="741420" cy="495269"/>
          </a:xfrm>
          <a:prstGeom prst="rect">
            <a:avLst/>
          </a:prstGeom>
        </p:spPr>
      </p:pic>
      <p:pic>
        <p:nvPicPr>
          <p:cNvPr id="16" name="Picture 15"/>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40780" y="3829992"/>
            <a:ext cx="741420" cy="736972"/>
          </a:xfrm>
          <a:prstGeom prst="rect">
            <a:avLst/>
          </a:prstGeom>
        </p:spPr>
      </p:pic>
      <p:pic>
        <p:nvPicPr>
          <p:cNvPr id="20" name="Picture 1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17106" y="3827768"/>
            <a:ext cx="741421" cy="741421"/>
          </a:xfrm>
          <a:prstGeom prst="rect">
            <a:avLst/>
          </a:prstGeom>
        </p:spPr>
      </p:pic>
      <p:pic>
        <p:nvPicPr>
          <p:cNvPr id="22" name="Picture 2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072596" y="2910404"/>
            <a:ext cx="741420" cy="561997"/>
          </a:xfrm>
          <a:prstGeom prst="rect">
            <a:avLst/>
          </a:prstGeom>
        </p:spPr>
      </p:pic>
      <p:pic>
        <p:nvPicPr>
          <p:cNvPr id="24" name="Picture 23"/>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617106" y="1765402"/>
            <a:ext cx="741421" cy="741421"/>
          </a:xfrm>
          <a:prstGeom prst="rect">
            <a:avLst/>
          </a:prstGeom>
        </p:spPr>
      </p:pic>
      <p:pic>
        <p:nvPicPr>
          <p:cNvPr id="26" name="Picture 2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78587" y="3831475"/>
            <a:ext cx="741420" cy="734006"/>
          </a:xfrm>
          <a:prstGeom prst="rect">
            <a:avLst/>
          </a:prstGeom>
        </p:spPr>
      </p:pic>
      <p:pic>
        <p:nvPicPr>
          <p:cNvPr id="27" name="Picture 26"/>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203976" y="2816503"/>
            <a:ext cx="740908" cy="749798"/>
          </a:xfrm>
          <a:prstGeom prst="rect">
            <a:avLst/>
          </a:prstGeom>
        </p:spPr>
      </p:pic>
      <p:sp>
        <p:nvSpPr>
          <p:cNvPr id="28" name="Title 1"/>
          <p:cNvSpPr txBox="1">
            <a:spLocks/>
          </p:cNvSpPr>
          <p:nvPr/>
        </p:nvSpPr>
        <p:spPr>
          <a:xfrm>
            <a:off x="457202" y="388793"/>
            <a:ext cx="7356815" cy="1174422"/>
          </a:xfrm>
          <a:prstGeom prst="rect">
            <a:avLst/>
          </a:prstGeom>
        </p:spPr>
        <p:txBody>
          <a:bodyPr vert="horz" lIns="91440" tIns="45720" rIns="91440" bIns="45720" rtlCol="0" anchor="ctr">
            <a:normAutofit/>
          </a:bodyPr>
          <a:lstStyle>
            <a:lvl1pPr algn="l" defTabSz="457200" rtl="0" eaLnBrk="1" latinLnBrk="0" hangingPunct="1">
              <a:spcBef>
                <a:spcPct val="0"/>
              </a:spcBef>
              <a:buNone/>
              <a:defRPr lang="en-GB" sz="3600" b="1" i="0" kern="1200" baseline="0" smtClean="0">
                <a:solidFill>
                  <a:schemeClr val="tx2"/>
                </a:solidFill>
                <a:latin typeface="Arial"/>
                <a:ea typeface="+mj-ea"/>
                <a:cs typeface="Arial"/>
              </a:defRPr>
            </a:lvl1pPr>
          </a:lstStyle>
          <a:p>
            <a:r>
              <a:rPr lang="en-US" dirty="0"/>
              <a:t>Our icons – blue</a:t>
            </a:r>
            <a:br>
              <a:rPr lang="en-US" dirty="0"/>
            </a:br>
            <a:r>
              <a:rPr lang="en-US" sz="1800" b="0" dirty="0"/>
              <a:t>Further icons can be downloaded from the </a:t>
            </a:r>
            <a:r>
              <a:rPr lang="en-US" sz="1800" b="0" dirty="0">
                <a:solidFill>
                  <a:schemeClr val="accent2">
                    <a:lumMod val="75000"/>
                  </a:schemeClr>
                </a:solidFill>
                <a:hlinkClick r:id="rId16"/>
              </a:rPr>
              <a:t>Visual Identity hub</a:t>
            </a:r>
            <a:endParaRPr lang="en-US" sz="1800" dirty="0">
              <a:solidFill>
                <a:schemeClr val="accent2">
                  <a:lumMod val="75000"/>
                </a:schemeClr>
              </a:solidFill>
            </a:endParaRPr>
          </a:p>
        </p:txBody>
      </p:sp>
    </p:spTree>
    <p:extLst>
      <p:ext uri="{BB962C8B-B14F-4D97-AF65-F5344CB8AC3E}">
        <p14:creationId xmlns:p14="http://schemas.microsoft.com/office/powerpoint/2010/main" val="2631607880"/>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005EB8"/>
      </a:dk2>
      <a:lt2>
        <a:srgbClr val="7C2855"/>
      </a:lt2>
      <a:accent1>
        <a:srgbClr val="003087"/>
      </a:accent1>
      <a:accent2>
        <a:srgbClr val="0072CE"/>
      </a:accent2>
      <a:accent3>
        <a:srgbClr val="00A9CE"/>
      </a:accent3>
      <a:accent4>
        <a:srgbClr val="41B6E6"/>
      </a:accent4>
      <a:accent5>
        <a:srgbClr val="425563"/>
      </a:accent5>
      <a:accent6>
        <a:srgbClr val="768692"/>
      </a:accent6>
      <a:hlink>
        <a:srgbClr val="7C2855"/>
      </a:hlink>
      <a:folHlink>
        <a:srgbClr val="7C285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item1.xml><?xml version="1.0" encoding="utf-8"?>
<Control xmlns="http://schemas.microsoft.com/VisualStudio/2011/storyboarding/control/v1.0">
  <Id Name="System.Storyboarding.Common.Text" RevisionId="68ea164d-c1de-47a5-804f-d4d1290fa524" Stencil="System.Storyboarding.Common" StencilRevisionId="68ea164d-c1de-47a5-804f-d4d1290fa524" StencilVersion="0.1"/>
</Control>
</file>

<file path=customXml/item2.xml><?xml version="1.0" encoding="utf-8"?>
<Control xmlns="http://schemas.microsoft.com/VisualStudio/2011/storyboarding/control/v1.0">
  <Id Name="System.Storyboarding.Common.DropdownBox" RevisionId="68ea164d-c1de-47a5-804f-d4d1290fa524" Stencil="System.Storyboarding.Common" StencilRevisionId="68ea164d-c1de-47a5-804f-d4d1290fa524" StencilVersion="0.1"/>
</Control>
</file>

<file path=customXml/item3.xml><?xml version="1.0" encoding="utf-8"?>
<Control xmlns="http://schemas.microsoft.com/VisualStudio/2011/storyboarding/control/v1.0">
  <Id Name="System.Storyboarding.Common.Breadcrumb" RevisionId="68ea164d-c1de-47a5-804f-d4d1290fa524" Stencil="System.Storyboarding.Common" StencilRevisionId="68ea164d-c1de-47a5-804f-d4d1290fa524" StencilVersion="0.1"/>
</Control>
</file>

<file path=customXml/item4.xml><?xml version="1.0" encoding="utf-8"?>
<Control xmlns="http://schemas.microsoft.com/VisualStudio/2011/storyboarding/control/v1.0">
  <Id Name="System.Storyboarding.Common.Text" RevisionId="68ea164d-c1de-47a5-804f-d4d1290fa524" Stencil="System.Storyboarding.Common" StencilRevisionId="68ea164d-c1de-47a5-804f-d4d1290fa524" StencilVersion="0.1"/>
</Control>
</file>

<file path=customXml/item5.xml><?xml version="1.0" encoding="utf-8"?>
<Control xmlns="http://schemas.microsoft.com/VisualStudio/2011/storyboarding/control/v1.0">
  <Id Name="System.Storyboarding.Common.SearchBox" RevisionId="68ea164d-c1de-47a5-804f-d4d1290fa524" Stencil="System.Storyboarding.Common" StencilRevisionId="68ea164d-c1de-47a5-804f-d4d1290fa524" StencilVersion="0.1"/>
</Control>
</file>

<file path=customXml/item6.xml><?xml version="1.0" encoding="utf-8"?>
<Control xmlns="http://schemas.microsoft.com/VisualStudio/2011/storyboarding/control/v1.0">
  <Id Name="System.Storyboarding.Common.Text" RevisionId="68ea164d-c1de-47a5-804f-d4d1290fa524" Stencil="System.Storyboarding.Common" StencilRevisionId="68ea164d-c1de-47a5-804f-d4d1290fa524" StencilVersion="0.1"/>
</Control>
</file>

<file path=customXml/item7.xml><?xml version="1.0" encoding="utf-8"?>
<Control xmlns="http://schemas.microsoft.com/VisualStudio/2011/storyboarding/control/v1.0">
  <Id Name="System.Storyboarding.Common.Text" RevisionId="68ea164d-c1de-47a5-804f-d4d1290fa524" Stencil="System.Storyboarding.Common" StencilRevisionId="68ea164d-c1de-47a5-804f-d4d1290fa524" StencilVersion="0.1"/>
</Control>
</file>

<file path=customXml/item8.xml><?xml version="1.0" encoding="utf-8"?>
<Control xmlns="http://schemas.microsoft.com/VisualStudio/2011/storyboarding/control/v1.0">
  <Id Name="System.Storyboarding.Icons.FolderOpen" RevisionId="05cd6d03-c0b2-488e-98a7-d68de69a2cfc" Stencil="System.Storyboarding.Icons" StencilRevisionId="05cd6d03-c0b2-488e-98a7-d68de69a2cfc" StencilVersion="0.1"/>
</Control>
</file>

<file path=customXml/item9.xml><?xml version="1.0" encoding="utf-8"?>
<Control xmlns="http://schemas.microsoft.com/VisualStudio/2011/storyboarding/control/v1.0">
  <Id Name="System.Storyboarding.Common.Text" RevisionId="68ea164d-c1de-47a5-804f-d4d1290fa524" Stencil="System.Storyboarding.Common" StencilRevisionId="68ea164d-c1de-47a5-804f-d4d1290fa524" StencilVersion="0.1"/>
</Control>
</file>

<file path=customXml/item10.xml><?xml version="1.0" encoding="utf-8"?>
<Control xmlns="http://schemas.microsoft.com/VisualStudio/2011/storyboarding/control/v1.0">
  <Id Name="System.Storyboarding.Common.Text" RevisionId="68ea164d-c1de-47a5-804f-d4d1290fa524" Stencil="System.Storyboarding.Common" StencilRevisionId="68ea164d-c1de-47a5-804f-d4d1290fa524" StencilVersion="0.1"/>
</Control>
</file>

<file path=customXml/item11.xml><?xml version="1.0" encoding="utf-8"?>
<Control xmlns="http://schemas.microsoft.com/VisualStudio/2011/storyboarding/control/v1.0">
  <Id Name="System.Storyboarding.Media.Image" RevisionId="658c0869-8ded-44f2-a68a-f8e8fcb7d3bd" Stencil="System.Storyboarding.Media" StencilRevisionId="658c0869-8ded-44f2-a68a-f8e8fcb7d3bd" StencilVersion="0.1"/>
</Control>
</file>

<file path=customXml/item12.xml><?xml version="1.0" encoding="utf-8"?>
<Control xmlns="http://schemas.microsoft.com/VisualStudio/2011/storyboarding/control/v1.0">
  <Id Name="System.Storyboarding.Icons.Help" RevisionId="05cd6d03-c0b2-488e-98a7-d68de69a2cfc" Stencil="System.Storyboarding.Icons" StencilRevisionId="05cd6d03-c0b2-488e-98a7-d68de69a2cfc" StencilVersion="0.1"/>
</Control>
</file>

<file path=customXml/item1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14.xml><?xml version="1.0" encoding="utf-8"?>
<ct:contentTypeSchema xmlns:ct="http://schemas.microsoft.com/office/2006/metadata/contentType" xmlns:ma="http://schemas.microsoft.com/office/2006/metadata/properties/metaAttributes" ct:_="" ma:_="" ma:contentTypeName="Standard Document" ma:contentTypeID="0x0101009D2CD717CE7D2F4286D7A03A531D5A9C0200AE76E6465EBEB5438FF0151AFBA56FA9" ma:contentTypeVersion="39" ma:contentTypeDescription="Content Type for all the documents with a classification attached" ma:contentTypeScope="" ma:versionID="1c16e52bc33355676c77a00adbc6d230">
  <xsd:schema xmlns:xsd="http://www.w3.org/2001/XMLSchema" xmlns:xs="http://www.w3.org/2001/XMLSchema" xmlns:p="http://schemas.microsoft.com/office/2006/metadata/properties" xmlns:ns2="51367701-27c8-403e-a234-85855c5cd73e" xmlns:ns4="cccaf3ac-2de9-44d4-aa31-54302fceb5f7" xmlns:ns5="ddfc0607-48e1-4f98-8c6f-3287da82a77f" targetNamespace="http://schemas.microsoft.com/office/2006/metadata/properties" ma:root="true" ma:fieldsID="878608f0cadb484a640ca55c76b8bda4" ns2:_="" ns4:_="" ns5:_="">
    <xsd:import namespace="51367701-27c8-403e-a234-85855c5cd73e"/>
    <xsd:import namespace="cccaf3ac-2de9-44d4-aa31-54302fceb5f7"/>
    <xsd:import namespace="ddfc0607-48e1-4f98-8c6f-3287da82a77f"/>
    <xsd:element name="properties">
      <xsd:complexType>
        <xsd:sequence>
          <xsd:element name="documentManagement">
            <xsd:complexType>
              <xsd:all>
                <xsd:element ref="ns2:DocumentAuthor"/>
                <xsd:element ref="ns2:Classification" minOccurs="0"/>
                <xsd:element ref="ns2:DocumentCategory" minOccurs="0"/>
                <xsd:element ref="ns2:ReviewDate" minOccurs="0"/>
                <xsd:element ref="ns2:DocumentStatus"/>
                <xsd:element ref="ns2:DocumentVersion"/>
                <xsd:element ref="ns2:Directorate" minOccurs="0"/>
                <xsd:element ref="ns2:Dept" minOccurs="0"/>
                <xsd:element ref="ns2:SecurityClassification" minOccurs="0"/>
                <xsd:element ref="ns2:FOIClass" minOccurs="0"/>
                <xsd:element ref="ns2:Readership_x002f_Audience" minOccurs="0"/>
                <xsd:element ref="ns2:SubjectArea" minOccurs="0"/>
                <xsd:element ref="ns2:NHSOutcomesFrameworkDomain" minOccurs="0"/>
                <xsd:element ref="ns2:TaxKeywordTaxHTField" minOccurs="0"/>
                <xsd:element ref="ns4:TaxCatchAll" minOccurs="0"/>
                <xsd:element ref="ns4:TaxCatchAllLabel" minOccurs="0"/>
                <xsd:element ref="ns4:_dlc_DocId" minOccurs="0"/>
                <xsd:element ref="ns4:_dlc_DocIdUrl" minOccurs="0"/>
                <xsd:element ref="ns4:_dlc_DocIdPersistId" minOccurs="0"/>
                <xsd:element ref="ns2:SharedWithUsers" minOccurs="0"/>
                <xsd:element ref="ns2:SharedWithDetails" minOccurs="0"/>
                <xsd:element ref="ns5:Topic"/>
                <xsd:element ref="ns5:sub_x0020_topic" minOccurs="0"/>
                <xsd:element ref="ns2:LastSharedByUser" minOccurs="0"/>
                <xsd:element ref="ns2:LastSharedByTime" minOccurs="0"/>
                <xsd:element ref="ns5:MediaServiceMetadata" minOccurs="0"/>
                <xsd:element ref="ns5: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367701-27c8-403e-a234-85855c5cd73e" elementFormDefault="qualified">
    <xsd:import namespace="http://schemas.microsoft.com/office/2006/documentManagement/types"/>
    <xsd:import namespace="http://schemas.microsoft.com/office/infopath/2007/PartnerControls"/>
    <xsd:element name="DocumentAuthor" ma:index="1" ma:displayName="Document Author" ma:list="UserInfo" ma:SharePointGroup="0" ma:internalName="DocumentAutho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Classification" ma:index="2" nillable="true" ma:displayName="Classification" ma:description="Classification of the document type" ma:format="Dropdown" ma:internalName="Classification">
      <xsd:simpleType>
        <xsd:restriction base="dms:Choice">
          <xsd:enumeration value="Guidance"/>
          <xsd:enumeration value="Statutory guidance"/>
          <xsd:enumeration value="Standard operating procedure"/>
          <xsd:enumeration value="Case study"/>
          <xsd:enumeration value="Report"/>
          <xsd:enumeration value="Template"/>
          <xsd:enumeration value="Form"/>
          <xsd:enumeration value="Audio / podcast"/>
          <xsd:enumeration value="Video / webcaste event"/>
          <xsd:enumeration value="Webinar"/>
          <xsd:enumeration value="Leaflet"/>
          <xsd:enumeration value="Toolkit"/>
          <xsd:enumeration value="Presentation"/>
          <xsd:enumeration value="Board paper"/>
          <xsd:enumeration value="Minutes"/>
          <xsd:enumeration value="Strategy"/>
          <xsd:enumeration value="Letter"/>
          <xsd:enumeration value="FAQs"/>
          <xsd:enumeration value="Lists / directory"/>
          <xsd:enumeration value="Leaflet"/>
          <xsd:enumeration value="Bulletin / newsletter"/>
        </xsd:restriction>
      </xsd:simpleType>
    </xsd:element>
    <xsd:element name="DocumentCategory" ma:index="5" nillable="true" ma:displayName="Document Category" ma:description="Types of documents available in the organisation" ma:format="Dropdown" ma:internalName="DocumentCategory">
      <xsd:simpleType>
        <xsd:restriction base="dms:Choice">
          <xsd:enumeration value="Report"/>
          <xsd:enumeration value="Protocol"/>
          <xsd:enumeration value="Plan"/>
          <xsd:enumeration value="Strategy"/>
          <xsd:enumeration value="Minutes"/>
          <xsd:enumeration value="Contract"/>
          <xsd:enumeration value="Budget"/>
          <xsd:enumeration value="Project"/>
        </xsd:restriction>
      </xsd:simpleType>
    </xsd:element>
    <xsd:element name="ReviewDate" ma:index="6" nillable="true" ma:displayName="Review Date" ma:format="DateOnly" ma:internalName="ReviewDate">
      <xsd:simpleType>
        <xsd:restriction base="dms:DateTime"/>
      </xsd:simpleType>
    </xsd:element>
    <xsd:element name="DocumentStatus" ma:index="7" ma:displayName="Document Status" ma:default="Pre-draft" ma:description="Status of Document e.g. Draft, Reviewed, Scheduled, Published, Final, Expired and Archived" ma:format="Dropdown" ma:internalName="DocumentStatus" ma:readOnly="false">
      <xsd:simpleType>
        <xsd:restriction base="dms:Choice">
          <xsd:enumeration value="Pre-draft"/>
          <xsd:enumeration value="Draft"/>
          <xsd:enumeration value="Reviewed"/>
          <xsd:enumeration value="Scheduled"/>
          <xsd:enumeration value="Published"/>
          <xsd:enumeration value="Final"/>
          <xsd:enumeration value="Expired"/>
          <xsd:enumeration value="Archived"/>
        </xsd:restriction>
      </xsd:simpleType>
    </xsd:element>
    <xsd:element name="DocumentVersion" ma:index="8" ma:displayName="Document Version" ma:default="0.1" ma:description="Version number of the current document" ma:internalName="DocumentVersion" ma:percentage="FALSE">
      <xsd:simpleType>
        <xsd:restriction base="dms:Number"/>
      </xsd:simpleType>
    </xsd:element>
    <xsd:element name="Directorate" ma:index="9" nillable="true" ma:displayName="Directorate" ma:description="List of all NHS England Directorates" ma:format="Dropdown" ma:internalName="Directorate" ma:readOnly="false">
      <xsd:simpleType>
        <xsd:restriction base="dms:Choice">
          <xsd:enumeration value="Policy"/>
          <xsd:enumeration value="Transformation &amp; Corporate Operations"/>
          <xsd:enumeration value="Patients and Information"/>
          <xsd:enumeration value="Operations"/>
          <xsd:enumeration value="Nursing"/>
          <xsd:enumeration value="Medical"/>
          <xsd:enumeration value="Human Resources"/>
          <xsd:enumeration value="Finance"/>
          <xsd:enumeration value="Commissioning Development"/>
          <xsd:enumeration value="CCG Submitted"/>
          <xsd:enumeration value="CSU Submitted"/>
          <xsd:enumeration value="None NHS England"/>
        </xsd:restriction>
      </xsd:simpleType>
    </xsd:element>
    <xsd:element name="Dept" ma:index="10" nillable="true" ma:displayName="Department/Team" ma:description="Select the originating directorate or department" ma:format="Dropdown" ma:internalName="Dept">
      <xsd:simpleType>
        <xsd:restriction base="dms:Choice">
          <xsd:enumeration value="Clinical Governance Support Unit"/>
          <xsd:enumeration value="Marketing &amp; Communications"/>
          <xsd:enumeration value="Education &amp; Training"/>
          <xsd:enumeration value="Estates"/>
          <xsd:enumeration value="Executive"/>
          <xsd:enumeration value="Facilities"/>
          <xsd:enumeration value="Finance"/>
          <xsd:enumeration value="Health &amp; Safety"/>
          <xsd:enumeration value="Health Records"/>
          <xsd:enumeration value="Human Resources"/>
          <xsd:enumeration value="IM&amp;T"/>
          <xsd:enumeration value="Procurement"/>
          <xsd:enumeration value="Security"/>
        </xsd:restriction>
      </xsd:simpleType>
    </xsd:element>
    <xsd:element name="SecurityClassification" ma:index="12" nillable="true" ma:displayName="Security Classification" ma:internalName="SecurityClassification">
      <xsd:simpleType>
        <xsd:restriction base="dms:Text">
          <xsd:maxLength value="255"/>
        </xsd:restriction>
      </xsd:simpleType>
    </xsd:element>
    <xsd:element name="FOIClass" ma:index="13" nillable="true" ma:displayName="FOI Class" ma:description="List of the seven FOI Classes" ma:internalName="FOIClass">
      <xsd:complexType>
        <xsd:complexContent>
          <xsd:extension base="dms:MultiChoice">
            <xsd:sequence>
              <xsd:element name="Value" maxOccurs="unbounded" minOccurs="0" nillable="true">
                <xsd:simpleType>
                  <xsd:restriction base="dms:Choice">
                    <xsd:enumeration value="Who we are and what we do"/>
                    <xsd:enumeration value="What we spend and how we spend it"/>
                    <xsd:enumeration value="What our priorities are and how we are doing"/>
                    <xsd:enumeration value="How we make decisions"/>
                    <xsd:enumeration value="Our policies and procedures"/>
                    <xsd:enumeration value="Lists and registers"/>
                    <xsd:enumeration value="The services we offer"/>
                    <xsd:enumeration value="No"/>
                    <xsd:enumeration value="Yes TBC"/>
                  </xsd:restriction>
                </xsd:simpleType>
              </xsd:element>
            </xsd:sequence>
          </xsd:extension>
        </xsd:complexContent>
      </xsd:complexType>
    </xsd:element>
    <xsd:element name="Readership_x002f_Audience" ma:index="14" nillable="true" ma:displayName="Suggested Readership/Audience" ma:default="All Staff" ma:description="Intended audience for the document" ma:format="Dropdown" ma:internalName="Readership_x002F_Audience" ma:readOnly="false">
      <xsd:simpleType>
        <xsd:restriction base="dms:Choice">
          <xsd:enumeration value="All Staff"/>
          <xsd:enumeration value="Consultants and Doctors"/>
          <xsd:enumeration value="Clinical staff"/>
          <xsd:enumeration value="Nursing staff"/>
          <xsd:enumeration value="Support staff"/>
          <xsd:enumeration value="External"/>
          <xsd:enumeration value="CCG Clinical Leaders"/>
          <xsd:enumeration value="CCG Chief Officers"/>
          <xsd:enumeration value="Other CCG members/staff"/>
          <xsd:enumeration value="CSU Managing Directors"/>
          <xsd:enumeration value="Care Trust CEs"/>
          <xsd:enumeration value="Foundation Trust CEs"/>
          <xsd:enumeration value="Medical Directors"/>
          <xsd:enumeration value="Directors of PH"/>
          <xsd:enumeration value="Directors of Nursing"/>
          <xsd:enumeration value="Local Authority CEs"/>
          <xsd:enumeration value="Directors of Adult social services"/>
          <xsd:enumeration value="Clinical reference groups"/>
          <xsd:enumeration value="Patients/public"/>
          <xsd:enumeration value="GPs"/>
          <xsd:enumeration value="Dentists"/>
          <xsd:enumeration value="Optometrists"/>
          <xsd:enumeration value="Nurses"/>
          <xsd:enumeration value="Allied health professionals"/>
          <xsd:enumeration value="NHS Trust Board Chairs"/>
          <xsd:enumeration value="NHS England Area Directors"/>
          <xsd:enumeration value="NHS England Regional Directors"/>
          <xsd:enumeration value="NHS Trust CEs"/>
          <xsd:enumeration value="All NHS England Employees"/>
          <xsd:enumeration value="Other"/>
        </xsd:restriction>
      </xsd:simpleType>
    </xsd:element>
    <xsd:element name="SubjectArea" ma:index="15" nillable="true" ma:displayName="Subject Area" ma:description="Which subjct area is the document relevant to" ma:internalName="SubjectArea">
      <xsd:complexType>
        <xsd:complexContent>
          <xsd:extension base="dms:MultiChoice">
            <xsd:sequence>
              <xsd:element name="Value" maxOccurs="unbounded" minOccurs="0" nillable="true">
                <xsd:simpleType>
                  <xsd:restriction base="dms:Choice">
                    <xsd:enumeration value="Developing CCGs"/>
                    <xsd:enumeration value="Leadership"/>
                    <xsd:enumeration value="Clinical Leadership"/>
                    <xsd:enumeration value="Specialised Commissioning"/>
                    <xsd:enumeration value="Primary Care Commissioning"/>
                    <xsd:enumeration value="Health and Justice Commissioning"/>
                    <xsd:enumeration value="Armed Forces and their Families Commissioning"/>
                    <xsd:enumeration value="Public Health Commissioning"/>
                    <xsd:enumeration value="Finance"/>
                    <xsd:enumeration value="Pricing and incentives"/>
                    <xsd:enumeration value="Choice, competition and procurement"/>
                    <xsd:enumeration value="Technology"/>
                    <xsd:enumeration value="Innovation"/>
                    <xsd:enumeration value="Information and Data"/>
                    <xsd:enumeration value="Public and patient involvement"/>
                    <xsd:enumeration value="Medicines and prescribing"/>
                    <xsd:enumeration value="Quality Improvement"/>
                    <xsd:enumeration value="Patient Safety"/>
                    <xsd:enumeration value="Screening and immunisation"/>
                    <xsd:enumeration value="Long term conditions"/>
                    <xsd:enumeration value="Maternity, children and young people"/>
                    <xsd:enumeration value="Integrated care"/>
                    <xsd:enumeration value="Emergency and Unplanned care"/>
                    <xsd:enumeration value="End Of Life care"/>
                    <xsd:enumeration value="Older People"/>
                    <xsd:enumeration value="Mental health"/>
                    <xsd:enumeration value="Planned care"/>
                    <xsd:enumeration value="Health inequalities"/>
                    <xsd:enumeration value="Governance / governance structures"/>
                    <xsd:enumeration value="Organisational development"/>
                  </xsd:restriction>
                </xsd:simpleType>
              </xsd:element>
            </xsd:sequence>
          </xsd:extension>
        </xsd:complexContent>
      </xsd:complexType>
    </xsd:element>
    <xsd:element name="NHSOutcomesFrameworkDomain" ma:index="16" nillable="true" ma:displayName="NHS Outcomes Framework Domain" ma:description="Which outcomes framework does the document relate to" ma:internalName="NHSOutcomesFrameworkDomain">
      <xsd:complexType>
        <xsd:complexContent>
          <xsd:extension base="dms:MultiChoice">
            <xsd:sequence>
              <xsd:element name="Value" maxOccurs="unbounded" minOccurs="0" nillable="true">
                <xsd:simpleType>
                  <xsd:restriction base="dms:Choice">
                    <xsd:enumeration value="1. Preventing people from dying prematurely"/>
                    <xsd:enumeration value="2. Enhancing quality of life for people with long term conditions"/>
                    <xsd:enumeration value="3. Helping people to recover from episodes of ill health or injury"/>
                    <xsd:enumeration value="4. Ensuring that people have a positive experience of care"/>
                    <xsd:enumeration value="5. Treating and caring for people in a safe environment and protecting them from avoidable harm"/>
                  </xsd:restriction>
                </xsd:simpleType>
              </xsd:element>
            </xsd:sequence>
          </xsd:extension>
        </xsd:complexContent>
      </xsd:complexType>
    </xsd:element>
    <xsd:element name="TaxKeywordTaxHTField" ma:index="19" ma:taxonomy="true" ma:internalName="TaxKeywordTaxHTField" ma:taxonomyFieldName="TaxKeyword" ma:displayName="Enterprise Keywords" ma:readOnly="false" ma:fieldId="{23f27201-bee3-471e-b2e7-b64fd8b7ca38}" ma:taxonomyMulti="true" ma:sspId="443b0bdb-28a8-4814-9fb9-624c17c095fc" ma:termSetId="00000000-0000-0000-0000-000000000000" ma:anchorId="00000000-0000-0000-0000-000000000000" ma:open="true" ma:isKeyword="true">
      <xsd:complexType>
        <xsd:sequence>
          <xsd:element ref="pc:Terms" minOccurs="0" maxOccurs="1"/>
        </xsd:sequence>
      </xsd:complexType>
    </xsd:element>
    <xsd:element name="SharedWithUsers" ma:index="29"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0" nillable="true" ma:displayName="Shared With Details" ma:description="" ma:internalName="SharedWithDetails" ma:readOnly="true">
      <xsd:simpleType>
        <xsd:restriction base="dms:Note">
          <xsd:maxLength value="255"/>
        </xsd:restriction>
      </xsd:simpleType>
    </xsd:element>
    <xsd:element name="LastSharedByUser" ma:index="33" nillable="true" ma:displayName="Last Shared By User" ma:description="" ma:internalName="LastSharedByUser" ma:readOnly="true">
      <xsd:simpleType>
        <xsd:restriction base="dms:Note">
          <xsd:maxLength value="255"/>
        </xsd:restriction>
      </xsd:simpleType>
    </xsd:element>
    <xsd:element name="LastSharedByTime" ma:index="34"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cccaf3ac-2de9-44d4-aa31-54302fceb5f7"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0e57bc44-36d8-4ce3-968d-20dac5a927c3}" ma:internalName="TaxCatchAll" ma:showField="CatchAllData" ma:web="51367701-27c8-403e-a234-85855c5cd73e">
      <xsd:complexType>
        <xsd:complexContent>
          <xsd:extension base="dms:MultiChoiceLookup">
            <xsd:sequence>
              <xsd:element name="Value" type="dms:Lookup" maxOccurs="unbounded" minOccurs="0" nillable="true"/>
            </xsd:sequence>
          </xsd:extension>
        </xsd:complexContent>
      </xsd:complexType>
    </xsd:element>
    <xsd:element name="TaxCatchAllLabel" ma:index="21" nillable="true" ma:displayName="Taxonomy Catch All Column1" ma:hidden="true" ma:list="{0e57bc44-36d8-4ce3-968d-20dac5a927c3}" ma:internalName="TaxCatchAllLabel" ma:readOnly="true" ma:showField="CatchAllDataLabel" ma:web="51367701-27c8-403e-a234-85855c5cd73e">
      <xsd:complexType>
        <xsd:complexContent>
          <xsd:extension base="dms:MultiChoiceLookup">
            <xsd:sequence>
              <xsd:element name="Value" type="dms:Lookup" maxOccurs="unbounded" minOccurs="0" nillable="true"/>
            </xsd:sequence>
          </xsd:extension>
        </xsd:complexContent>
      </xsd:complexType>
    </xsd:element>
    <xsd:element name="_dlc_DocId" ma:index="26" nillable="true" ma:displayName="Document ID Value" ma:description="The value of the document ID assigned to this item." ma:internalName="_dlc_DocId" ma:readOnly="true">
      <xsd:simpleType>
        <xsd:restriction base="dms:Text"/>
      </xsd:simpleType>
    </xsd:element>
    <xsd:element name="_dlc_DocIdUrl" ma:index="27"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8"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ddfc0607-48e1-4f98-8c6f-3287da82a77f" elementFormDefault="qualified">
    <xsd:import namespace="http://schemas.microsoft.com/office/2006/documentManagement/types"/>
    <xsd:import namespace="http://schemas.microsoft.com/office/infopath/2007/PartnerControls"/>
    <xsd:element name="Topic" ma:index="31" ma:displayName="Topic" ma:internalName="Topic">
      <xsd:simpleType>
        <xsd:restriction base="dms:Text">
          <xsd:maxLength value="100"/>
        </xsd:restriction>
      </xsd:simpleType>
    </xsd:element>
    <xsd:element name="sub_x0020_topic" ma:index="32" nillable="true" ma:displayName="sub topic" ma:internalName="sub_x0020_topic">
      <xsd:simpleType>
        <xsd:restriction base="dms:Text">
          <xsd:maxLength value="100"/>
        </xsd:restriction>
      </xsd:simpleType>
    </xsd:element>
    <xsd:element name="MediaServiceMetadata" ma:index="35" nillable="true" ma:displayName="MediaServiceMetadata" ma:description="" ma:hidden="true" ma:internalName="MediaServiceMetadata" ma:readOnly="true">
      <xsd:simpleType>
        <xsd:restriction base="dms:Note"/>
      </xsd:simpleType>
    </xsd:element>
    <xsd:element name="MediaServiceFastMetadata" ma:index="36"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7" ma:displayName="Content Type"/>
        <xsd:element ref="dc:title" minOccurs="0" maxOccurs="1" ma:index="3" ma:displayName="Title"/>
        <xsd:element ref="dc:subject" minOccurs="0" maxOccurs="1" ma:index="4" ma:displayName="Subject"/>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5.xml><?xml version="1.0" encoding="utf-8"?>
<Control xmlns="http://schemas.microsoft.com/VisualStudio/2011/storyboarding/control">
  <Id Name="System.Storyboarding.Backgrounds.SharePoint" Revision="1" Stencil="System.Storyboarding.Backgrounds" StencilVersion="0.1"/>
</Control>
</file>

<file path=customXml/item16.xml><?xml version="1.0" encoding="utf-8"?>
<p:properties xmlns:p="http://schemas.microsoft.com/office/2006/metadata/properties" xmlns:xsi="http://www.w3.org/2001/XMLSchema-instance" xmlns:pc="http://schemas.microsoft.com/office/infopath/2007/PartnerControls">
  <documentManagement>
    <ReviewDate xmlns="51367701-27c8-403e-a234-85855c5cd73e" xsi:nil="true"/>
    <SubjectArea xmlns="51367701-27c8-403e-a234-85855c5cd73e"/>
    <sub_x0020_topic xmlns="ddfc0607-48e1-4f98-8c6f-3287da82a77f">NHS England PowerPoint template 16.9</sub_x0020_topic>
    <Topic xmlns="ddfc0607-48e1-4f98-8c6f-3287da82a77f">NHS England PowerPoint Templates</Topic>
    <FOIClass xmlns="51367701-27c8-403e-a234-85855c5cd73e"/>
    <Classification xmlns="51367701-27c8-403e-a234-85855c5cd73e" xsi:nil="true"/>
    <Directorate xmlns="51367701-27c8-403e-a234-85855c5cd73e" xsi:nil="true"/>
    <Dept xmlns="51367701-27c8-403e-a234-85855c5cd73e" xsi:nil="true"/>
    <NHSOutcomesFrameworkDomain xmlns="51367701-27c8-403e-a234-85855c5cd73e"/>
    <DocumentCategory xmlns="51367701-27c8-403e-a234-85855c5cd73e" xsi:nil="true"/>
    <TaxCatchAll xmlns="cccaf3ac-2de9-44d4-aa31-54302fceb5f7">
      <Value>2164</Value>
    </TaxCatchAll>
    <SecurityClassification xmlns="51367701-27c8-403e-a234-85855c5cd73e" xsi:nil="true"/>
    <Readership_x002f_Audience xmlns="51367701-27c8-403e-a234-85855c5cd73e">All Staff</Readership_x002f_Audience>
    <TaxKeywordTaxHTField xmlns="51367701-27c8-403e-a234-85855c5cd73e">
      <Terms xmlns="http://schemas.microsoft.com/office/infopath/2007/PartnerControls">
        <TermInfo xmlns="http://schemas.microsoft.com/office/infopath/2007/PartnerControls">
          <TermName xmlns="http://schemas.microsoft.com/office/infopath/2007/PartnerControls">powerpoint template</TermName>
          <TermId xmlns="http://schemas.microsoft.com/office/infopath/2007/PartnerControls">7856e9ed-4ffd-42b3-a2c4-c807c79d267a</TermId>
        </TermInfo>
      </Terms>
    </TaxKeywordTaxHTField>
    <DocumentStatus xmlns="51367701-27c8-403e-a234-85855c5cd73e">Final</DocumentStatus>
    <DocumentVersion xmlns="51367701-27c8-403e-a234-85855c5cd73e">0.1</DocumentVersion>
    <DocumentAuthor xmlns="51367701-27c8-403e-a234-85855c5cd73e">
      <UserInfo>
        <DisplayName>Sally McMillan</DisplayName>
        <AccountId>9242</AccountId>
        <AccountType/>
      </UserInfo>
    </DocumentAuthor>
    <_dlc_DocId xmlns="cccaf3ac-2de9-44d4-aa31-54302fceb5f7">K57F673QWXRZ-1160-194</_dlc_DocId>
    <_dlc_DocIdUrl xmlns="cccaf3ac-2de9-44d4-aa31-54302fceb5f7">
      <Url>https://nhsengland.sharepoint.com/TeamCentre/VisionandValues/_layouts/15/DocIdRedir.aspx?ID=K57F673QWXRZ-1160-194</Url>
      <Description>K57F673QWXRZ-1160-194</Description>
    </_dlc_DocIdUrl>
  </documentManagement>
</p:properties>
</file>

<file path=customXml/item17.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89AD14-2AFF-487A-A99A-106B05215CC5}">
  <ds:schemaRefs>
    <ds:schemaRef ds:uri="http://schemas.microsoft.com/VisualStudio/2011/storyboarding/control/v1.0"/>
  </ds:schemaRefs>
</ds:datastoreItem>
</file>

<file path=customXml/itemProps2.xml><?xml version="1.0" encoding="utf-8"?>
<ds:datastoreItem xmlns:ds="http://schemas.openxmlformats.org/officeDocument/2006/customXml" ds:itemID="{5A6F5145-09F5-421E-ABA8-035D9DF59D73}">
  <ds:schemaRefs>
    <ds:schemaRef ds:uri="http://schemas.microsoft.com/VisualStudio/2011/storyboarding/control/v1.0"/>
  </ds:schemaRefs>
</ds:datastoreItem>
</file>

<file path=customXml/itemProps3.xml><?xml version="1.0" encoding="utf-8"?>
<ds:datastoreItem xmlns:ds="http://schemas.openxmlformats.org/officeDocument/2006/customXml" ds:itemID="{2ED57B16-65F0-4D88-8FC8-86653DF414F3}">
  <ds:schemaRefs>
    <ds:schemaRef ds:uri="http://schemas.microsoft.com/VisualStudio/2011/storyboarding/control/v1.0"/>
  </ds:schemaRefs>
</ds:datastoreItem>
</file>

<file path=customXml/itemProps4.xml><?xml version="1.0" encoding="utf-8"?>
<ds:datastoreItem xmlns:ds="http://schemas.openxmlformats.org/officeDocument/2006/customXml" ds:itemID="{4475BC4D-1BB3-42EE-94C9-1B162D8BAFED}">
  <ds:schemaRefs>
    <ds:schemaRef ds:uri="http://schemas.microsoft.com/VisualStudio/2011/storyboarding/control/v1.0"/>
  </ds:schemaRefs>
</ds:datastoreItem>
</file>

<file path=customXml/itemProps5.xml><?xml version="1.0" encoding="utf-8"?>
<ds:datastoreItem xmlns:ds="http://schemas.openxmlformats.org/officeDocument/2006/customXml" ds:itemID="{AB8AF5A6-FA45-4246-A67D-74215671FBEF}">
  <ds:schemaRefs>
    <ds:schemaRef ds:uri="http://schemas.microsoft.com/VisualStudio/2011/storyboarding/control/v1.0"/>
  </ds:schemaRefs>
</ds:datastoreItem>
</file>

<file path=customXml/itemProps6.xml><?xml version="1.0" encoding="utf-8"?>
<ds:datastoreItem xmlns:ds="http://schemas.openxmlformats.org/officeDocument/2006/customXml" ds:itemID="{D876FCC0-9E7A-48B1-8E50-1A0759F74E0A}">
  <ds:schemaRefs>
    <ds:schemaRef ds:uri="http://schemas.microsoft.com/VisualStudio/2011/storyboarding/control/v1.0"/>
  </ds:schemaRefs>
</ds:datastoreItem>
</file>

<file path=customXml/itemProps7.xml><?xml version="1.0" encoding="utf-8"?>
<ds:datastoreItem xmlns:ds="http://schemas.openxmlformats.org/officeDocument/2006/customXml" ds:itemID="{E83CE332-ECC5-4BAC-A734-C260BE747A0D}">
  <ds:schemaRefs>
    <ds:schemaRef ds:uri="http://schemas.microsoft.com/VisualStudio/2011/storyboarding/control/v1.0"/>
  </ds:schemaRefs>
</ds:datastoreItem>
</file>

<file path=customXml/itemProps8.xml><?xml version="1.0" encoding="utf-8"?>
<ds:datastoreItem xmlns:ds="http://schemas.openxmlformats.org/officeDocument/2006/customXml" ds:itemID="{6CA1E503-3BE5-48F9-8903-1F5A0E5B53FA}">
  <ds:schemaRefs>
    <ds:schemaRef ds:uri="http://schemas.microsoft.com/VisualStudio/2011/storyboarding/control/v1.0"/>
  </ds:schemaRefs>
</ds:datastoreItem>
</file>

<file path=customXml/itemProps9.xml><?xml version="1.0" encoding="utf-8"?>
<ds:datastoreItem xmlns:ds="http://schemas.openxmlformats.org/officeDocument/2006/customXml" ds:itemID="{05C8BB45-782C-4141-A21F-408D72D18D5D}">
  <ds:schemaRefs>
    <ds:schemaRef ds:uri="http://schemas.microsoft.com/VisualStudio/2011/storyboarding/control/v1.0"/>
  </ds:schemaRefs>
</ds:datastoreItem>
</file>

<file path=customXml/itemProps10.xml><?xml version="1.0" encoding="utf-8"?>
<ds:datastoreItem xmlns:ds="http://schemas.openxmlformats.org/officeDocument/2006/customXml" ds:itemID="{BCFDDF06-4D2E-4D6D-9A1B-C447B3F4EA67}">
  <ds:schemaRefs>
    <ds:schemaRef ds:uri="http://schemas.microsoft.com/VisualStudio/2011/storyboarding/control/v1.0"/>
  </ds:schemaRefs>
</ds:datastoreItem>
</file>

<file path=customXml/itemProps11.xml><?xml version="1.0" encoding="utf-8"?>
<ds:datastoreItem xmlns:ds="http://schemas.openxmlformats.org/officeDocument/2006/customXml" ds:itemID="{366DA436-CE30-453F-9CC1-28AD3B50F144}">
  <ds:schemaRefs>
    <ds:schemaRef ds:uri="http://schemas.microsoft.com/VisualStudio/2011/storyboarding/control/v1.0"/>
  </ds:schemaRefs>
</ds:datastoreItem>
</file>

<file path=customXml/itemProps12.xml><?xml version="1.0" encoding="utf-8"?>
<ds:datastoreItem xmlns:ds="http://schemas.openxmlformats.org/officeDocument/2006/customXml" ds:itemID="{E8B65369-76D4-44B9-8CEB-D454AC76CCEB}">
  <ds:schemaRefs>
    <ds:schemaRef ds:uri="http://schemas.microsoft.com/VisualStudio/2011/storyboarding/control/v1.0"/>
  </ds:schemaRefs>
</ds:datastoreItem>
</file>

<file path=customXml/itemProps13.xml><?xml version="1.0" encoding="utf-8"?>
<ds:datastoreItem xmlns:ds="http://schemas.openxmlformats.org/officeDocument/2006/customXml" ds:itemID="{DAAE394D-F81F-4990-9BA1-02BC3B29E864}">
  <ds:schemaRefs>
    <ds:schemaRef ds:uri="http://schemas.microsoft.com/sharepoint/events"/>
  </ds:schemaRefs>
</ds:datastoreItem>
</file>

<file path=customXml/itemProps14.xml><?xml version="1.0" encoding="utf-8"?>
<ds:datastoreItem xmlns:ds="http://schemas.openxmlformats.org/officeDocument/2006/customXml" ds:itemID="{C40D1AF1-26B3-4295-8FB8-F3DCCCBFFD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367701-27c8-403e-a234-85855c5cd73e"/>
    <ds:schemaRef ds:uri="cccaf3ac-2de9-44d4-aa31-54302fceb5f7"/>
    <ds:schemaRef ds:uri="ddfc0607-48e1-4f98-8c6f-3287da82a7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5.xml><?xml version="1.0" encoding="utf-8"?>
<ds:datastoreItem xmlns:ds="http://schemas.openxmlformats.org/officeDocument/2006/customXml" ds:itemID="{EA3F10E6-8968-46EF-896F-4E9245C8C7AB}">
  <ds:schemaRefs>
    <ds:schemaRef ds:uri="http://schemas.microsoft.com/VisualStudio/2011/storyboarding/control"/>
  </ds:schemaRefs>
</ds:datastoreItem>
</file>

<file path=customXml/itemProps16.xml><?xml version="1.0" encoding="utf-8"?>
<ds:datastoreItem xmlns:ds="http://schemas.openxmlformats.org/officeDocument/2006/customXml" ds:itemID="{A152BF10-155E-417D-9BEA-2FD17AF377D4}">
  <ds:schemaRefs>
    <ds:schemaRef ds:uri="http://purl.org/dc/elements/1.1/"/>
    <ds:schemaRef ds:uri="http://schemas.microsoft.com/office/2006/metadata/properties"/>
    <ds:schemaRef ds:uri="http://schemas.openxmlformats.org/package/2006/metadata/core-properties"/>
    <ds:schemaRef ds:uri="http://schemas.microsoft.com/office/infopath/2007/PartnerControls"/>
    <ds:schemaRef ds:uri="http://purl.org/dc/terms/"/>
    <ds:schemaRef ds:uri="ddfc0607-48e1-4f98-8c6f-3287da82a77f"/>
    <ds:schemaRef ds:uri="http://schemas.microsoft.com/office/2006/documentManagement/types"/>
    <ds:schemaRef ds:uri="http://purl.org/dc/dcmitype/"/>
    <ds:schemaRef ds:uri="cccaf3ac-2de9-44d4-aa31-54302fceb5f7"/>
    <ds:schemaRef ds:uri="51367701-27c8-403e-a234-85855c5cd73e"/>
    <ds:schemaRef ds:uri="http://www.w3.org/XML/1998/namespace"/>
  </ds:schemaRefs>
</ds:datastoreItem>
</file>

<file path=customXml/itemProps17.xml><?xml version="1.0" encoding="utf-8"?>
<ds:datastoreItem xmlns:ds="http://schemas.openxmlformats.org/officeDocument/2006/customXml" ds:itemID="{ABC844F1-22DC-4D97-A134-631EE503BA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1456</TotalTime>
  <Words>810</Words>
  <Application>Microsoft Office PowerPoint</Application>
  <PresentationFormat>On-screen Show (16:9)</PresentationFormat>
  <Paragraphs>92</Paragraphs>
  <Slides>14</Slides>
  <Notes>1</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Office Theme</vt:lpstr>
      <vt:lpstr>Leadership links with care</vt:lpstr>
      <vt:lpstr>Background and purpose</vt:lpstr>
      <vt:lpstr>How leadership is linked to healthcare improvement</vt:lpstr>
      <vt:lpstr>Team leadership</vt:lpstr>
      <vt:lpstr>Team leadership</vt:lpstr>
      <vt:lpstr>Positive emotional environment</vt:lpstr>
      <vt:lpstr>Engagement</vt:lpstr>
      <vt:lpstr>What leaders can do to support engagement?</vt:lpstr>
      <vt:lpstr>Staff engagement</vt:lpstr>
      <vt:lpstr>Relationship between clinicians and managers</vt:lpstr>
      <vt:lpstr>Conclusions</vt:lpstr>
      <vt:lpstr>Discussion and reflection </vt:lpstr>
      <vt:lpstr>Contents</vt:lpstr>
      <vt:lpstr>PowerPoint Presentation</vt:lpstr>
    </vt:vector>
  </TitlesOfParts>
  <Company>Smith &amp; Milton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Kevin O'Brien</dc:creator>
  <cp:keywords>powerpoint template</cp:keywords>
  <cp:lastModifiedBy>Henry Gu</cp:lastModifiedBy>
  <cp:revision>174</cp:revision>
  <cp:lastPrinted>2014-05-27T15:15:21Z</cp:lastPrinted>
  <dcterms:created xsi:type="dcterms:W3CDTF">2014-04-08T10:27:44Z</dcterms:created>
  <dcterms:modified xsi:type="dcterms:W3CDTF">2017-12-02T21:04:28Z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0x0101009D2CD717CE7D2F4286D7A03A531D5A9C0200AE76E6465EBEB5438FF0151AFBA56FA9</vt:lpwstr>
  </property>
  <property fmtid="{D5CDD505-2E9C-101B-9397-08002B2CF9AE}" pid="3" name="_dlc_DocIdItemGuid">
    <vt:lpwstr>c9c505bc-e0aa-4c4b-81cb-ce1bc5553ccf</vt:lpwstr>
  </property>
  <property fmtid="{D5CDD505-2E9C-101B-9397-08002B2CF9AE}" pid="4" name="TaxKeyword">
    <vt:lpwstr>2164;#powerpoint template|7856e9ed-4ffd-42b3-a2c4-c807c79d267a</vt:lpwstr>
  </property>
  <property fmtid="{D5CDD505-2E9C-101B-9397-08002B2CF9AE}" pid="5" name="Tfs.IsStoryboard">
    <vt:bool>true</vt:bool>
  </property>
</Properties>
</file>